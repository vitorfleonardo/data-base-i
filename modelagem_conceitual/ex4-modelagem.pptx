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0" r:id="rId5"/>
    <p:sldId id="262" r:id="rId6"/>
    <p:sldId id="263" r:id="rId7"/>
    <p:sldId id="264" r:id="rId8"/>
    <p:sldId id="268" r:id="rId9"/>
    <p:sldId id="270" r:id="rId10"/>
    <p:sldId id="271" r:id="rId11"/>
    <p:sldId id="269" r:id="rId12"/>
    <p:sldId id="273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3DE5E-238A-1AFC-3C00-E3D35885E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08CFB1-352A-DEC3-974F-DCBEC6880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71ECEE-8E01-467F-7672-3BB4A0C9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1C8EC8-40D1-53BC-1557-A3E606D7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F3667C-37BA-8C88-5E88-F44132D6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20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E5990-60BE-F393-71E8-DA42EB01D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2B851-68F4-2001-06DA-DBBE1BE06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F3E246-B03A-BD0C-848B-A1ADC62D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AFAEF8-16CC-060A-F39F-E50E11CC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E3F79D-EDAA-AA52-8365-736C4F44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30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A4B02-1C0D-7C1D-171D-054C21381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E84A4A-F826-3B7C-D7B6-C499C908B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85DB6-418E-085F-8FF2-98C38611D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B74624-9B31-30ED-AFCE-5200E969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D47238-C799-EDA0-7A68-07B63722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6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28556-C4EC-7B85-AAC2-49BED90F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69B751-8171-6801-217E-9153E7955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23A35B-9FAB-35C6-CAB3-71B0C4E76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5E4D24-5DAB-B3ED-2CED-62766B7D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AB8593-9600-7AC4-3DB8-E0C9859D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729FD6-4A9C-890D-E8F1-1FD7DAB7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95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E1634-1BB2-2499-E1B1-9239211A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AE90DC-A669-0351-6CB2-B88ADAC63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FB2245-77A3-FBAB-F906-145A7C898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A90410-1FAC-C9DD-C3AC-3EBDAA62A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5BB22F-DFC7-615B-C0DC-3E7DB799C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A41971A-0E66-7EC9-E90C-F5BB054A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B5D721-C697-5E27-00A2-E23A2B60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78803D-A6D9-079D-D1ED-16E9B8FB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D03FF-C178-D066-76F0-875ED000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6976FD-96DA-D3F3-378D-92D5526D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9DC2ADA-1A1E-E873-F36B-EF0B368C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1A82DD-4371-19FD-2912-CF6CC21A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451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F4AB54-158C-4F64-42BE-759308FB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2E1701-F9CC-ADD6-83DC-5526EEE8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158742-C5EC-56CB-EE84-8DEE2211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25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98E0B-98AC-323B-55D3-BEC02C62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74A3E5-C0B6-CABE-0E72-99724B760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E76BCF-F37E-9293-09A2-381DFA49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8AC329-6800-F562-9597-E14E1522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6AA5BD-2A04-ED3B-39AE-8AC37E33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CA16B8-A6FE-4334-B142-4922C646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02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5CC28-AABB-FD06-7DD6-860C95BCA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5F182E-A477-5047-BA9E-ED3975717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61CDF7-6128-D769-A5B4-7A10ED098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87836A-5F92-B875-B26D-52431A3A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368FB2-36B9-1C0E-2645-94B0173D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CAD955-50E0-DCF1-41B5-A2A20A3B9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024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86AFA-C3AA-5ABA-C1AA-E14063E8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A029D7-1623-9B75-D7C1-C0E177D00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F642A1-EFEC-D3B4-8399-0EB0BCED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ACAF4C-6150-20A8-A950-A60768A3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94181-EB71-249A-EE5D-9D71492A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89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8E781A-0BEC-7CE6-C5F8-C446AE4B4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3F8531-B727-076A-C2CD-F0F1A7DA0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3BFAD2-FEEA-FFD2-C09F-7E8426B5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FDD1DD-8272-DBA6-0389-ABCD0CF8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8EA60D-4F10-717F-0CCE-BC56F38A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13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5269390-785C-352A-00B2-A6F7196A0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1F6E52-8F42-AD38-F7FE-3C1856E3A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EEA071-3E1D-A243-1EFE-61D0CF215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F0FB3-CD19-4AAA-84DF-74FF054774A6}" type="datetimeFigureOut">
              <a:rPr lang="pt-BR" smtClean="0"/>
              <a:t>02/04/2024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230D00-6AB8-EFCE-46F6-6EF3B3F57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BBF51F-ACA1-91E4-4AB7-FA8F7A945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83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disciplina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 UnB possui código e nome e está vinculada a um único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também tem código e nome. Um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aluno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pode se matricular em várias disciplinas e uma disciplina tem que ter pelo menos um aluno e no máximo um professor. Este aluno pode ser de graduação ou pós-graduação. Para o aluno de pós-graduação é necessário saber sua titulação e para o aluno de graduação a forma de ingresso na UnB. O aluno de pós-graduação está vinculado à apenas um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professor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/orientador que possui matricula e nome. Este orientador, por sua vez, poderá ter vários orientandos e está vinculado à um único departamento e ministra pelo menos 1 disciplina. Para cada disciplina cursada por um aluno é necessário saber o semestre cursado, nota final obtida e o professor que ministrou.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9B777F5-40A0-A9B5-028D-84BC88A6B6B0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Disciplina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502F75-0F80-0348-EEE5-5068C9309923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13F2105A-A7A9-A478-8377-76E85D35DBED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F80AC962-8A26-3BE4-1258-E0FD660ACFE1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7D88DCD-7196-E394-0A59-3669F7383087}"/>
              </a:ext>
            </a:extLst>
          </p:cNvPr>
          <p:cNvSpPr txBox="1"/>
          <p:nvPr/>
        </p:nvSpPr>
        <p:spPr>
          <a:xfrm>
            <a:off x="3548743" y="2716865"/>
            <a:ext cx="6226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highlight>
                  <a:srgbClr val="FFFF00"/>
                </a:highlight>
              </a:rPr>
              <a:t>Entidades fortes detectadas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A9480F4-2E00-456F-99B6-05D4B4988D2E}"/>
              </a:ext>
            </a:extLst>
          </p:cNvPr>
          <p:cNvCxnSpPr/>
          <p:nvPr/>
        </p:nvCxnSpPr>
        <p:spPr>
          <a:xfrm flipH="1">
            <a:off x="1393371" y="3240085"/>
            <a:ext cx="3450772" cy="1408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621880CE-D632-B350-CE90-EFA942C9E7A6}"/>
              </a:ext>
            </a:extLst>
          </p:cNvPr>
          <p:cNvCxnSpPr/>
          <p:nvPr/>
        </p:nvCxnSpPr>
        <p:spPr>
          <a:xfrm flipH="1">
            <a:off x="4544000" y="3429000"/>
            <a:ext cx="300143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C0C4A371-7711-BDC6-19E6-DC7DF6416AE4}"/>
              </a:ext>
            </a:extLst>
          </p:cNvPr>
          <p:cNvCxnSpPr/>
          <p:nvPr/>
        </p:nvCxnSpPr>
        <p:spPr>
          <a:xfrm>
            <a:off x="5682343" y="3429000"/>
            <a:ext cx="979714" cy="1323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78883716-AB44-45EC-828A-3EBF08F18224}"/>
              </a:ext>
            </a:extLst>
          </p:cNvPr>
          <p:cNvCxnSpPr/>
          <p:nvPr/>
        </p:nvCxnSpPr>
        <p:spPr>
          <a:xfrm>
            <a:off x="6988629" y="3429000"/>
            <a:ext cx="2688771" cy="1219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987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disciplina da UnB possui código e nome e está vinculada a um único departamento que também tem código e nome. Um aluno pode se matricular em várias disciplinas e uma disciplina tem que ter pelo menos um aluno e no máximo um professor.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aluno pode ser de graduação ou pós-graduação. Para o aluno de pós-graduação é necessário saber sua titulação e para o aluno de graduação a forma de ingresso na UnB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O aluno de pós-graduação está vinculado à apenas um professor/orientador que possui matricula e nome. Este orientador, por sua vez, poderá ter vários orientandos e está vinculado à um único departamento e ministra pelo menos 1 disciplina. Para cada disciplina cursada por um aluno é necessário saber o semestre cursado, nota final obtida e o professor que ministrou.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9B777F5-40A0-A9B5-028D-84BC88A6B6B0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Disciplina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502F75-0F80-0348-EEE5-5068C9309923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D56B83-DF9A-2F81-F090-B614BABCFF41}"/>
              </a:ext>
            </a:extLst>
          </p:cNvPr>
          <p:cNvSpPr txBox="1"/>
          <p:nvPr/>
        </p:nvSpPr>
        <p:spPr>
          <a:xfrm>
            <a:off x="5091975" y="5902790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Graduação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0F8A191-9341-7864-F197-67E0E9CD5808}"/>
              </a:ext>
            </a:extLst>
          </p:cNvPr>
          <p:cNvSpPr txBox="1"/>
          <p:nvPr/>
        </p:nvSpPr>
        <p:spPr>
          <a:xfrm>
            <a:off x="6638738" y="5882382"/>
            <a:ext cx="1701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13F2105A-A7A9-A478-8377-76E85D35DBED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F80AC962-8A26-3BE4-1258-E0FD660ACFE1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4" name="Triângulo isósceles 3">
            <a:extLst>
              <a:ext uri="{FF2B5EF4-FFF2-40B4-BE49-F238E27FC236}">
                <a16:creationId xmlns:a16="http://schemas.microsoft.com/office/drawing/2014/main" id="{4A269DA4-3914-EA58-4D7A-6993D5756777}"/>
              </a:ext>
            </a:extLst>
          </p:cNvPr>
          <p:cNvSpPr/>
          <p:nvPr/>
        </p:nvSpPr>
        <p:spPr>
          <a:xfrm>
            <a:off x="6239235" y="5335763"/>
            <a:ext cx="492596" cy="36933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F8504D87-0625-A9C9-832F-774472F0A555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5704725" y="5705094"/>
            <a:ext cx="534510" cy="19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00BD868-5114-E3EA-6A75-9EE1A1E1E7C5}"/>
              </a:ext>
            </a:extLst>
          </p:cNvPr>
          <p:cNvCxnSpPr>
            <a:cxnSpLocks/>
            <a:endCxn id="4" idx="4"/>
          </p:cNvCxnSpPr>
          <p:nvPr/>
        </p:nvCxnSpPr>
        <p:spPr>
          <a:xfrm flipH="1" flipV="1">
            <a:off x="6731831" y="5705094"/>
            <a:ext cx="757684" cy="17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B9B27B0-224F-359F-D96F-05ED35831F0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485533" y="5190941"/>
            <a:ext cx="12686" cy="144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F0D87D-3040-D6CD-4C6B-A36FD3B62BFB}"/>
              </a:ext>
            </a:extLst>
          </p:cNvPr>
          <p:cNvSpPr txBox="1"/>
          <p:nvPr/>
        </p:nvSpPr>
        <p:spPr>
          <a:xfrm>
            <a:off x="3548743" y="2716865"/>
            <a:ext cx="6226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highlight>
                  <a:srgbClr val="FFFF00"/>
                </a:highlight>
              </a:rPr>
              <a:t>Generalização detectada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25E5EF8-CBC8-1997-576E-C4422D0DC32F}"/>
              </a:ext>
            </a:extLst>
          </p:cNvPr>
          <p:cNvCxnSpPr/>
          <p:nvPr/>
        </p:nvCxnSpPr>
        <p:spPr>
          <a:xfrm>
            <a:off x="4544000" y="3240085"/>
            <a:ext cx="1160725" cy="1950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173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disciplina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 UnB possui </a:t>
            </a:r>
            <a:r>
              <a:rPr lang="pt-BR" sz="1800" b="1" kern="1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código e nome 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está vinculada a um único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também tem </a:t>
            </a:r>
            <a:r>
              <a:rPr lang="pt-BR" sz="1800" b="1" kern="1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código e nome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Um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aluno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pode se matricular em várias disciplinas e uma disciplina tem que ter pelo menos um aluno e no máximo um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professor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Este aluno pode ser de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graduação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pós-graduação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Para o aluno de pós-graduação é necessário saber sua </a:t>
            </a:r>
            <a:r>
              <a:rPr lang="pt-BR" sz="1800" b="1" kern="1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titulação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para o aluno de graduação a </a:t>
            </a:r>
            <a:r>
              <a:rPr lang="pt-BR" sz="1800" b="1" kern="1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 de ingresso 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UnB. O aluno de pós-graduação está vinculado à apenas um professor/orientador que possui </a:t>
            </a:r>
            <a:r>
              <a:rPr lang="pt-BR" sz="1800" b="1" kern="1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matricula e nome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Este orientador, por sua vez, poderá ter vários orientandos e está vinculado à um único departamento e ministra pelo menos 1 disciplina. Para cada disciplina cursada por um aluno é necessário saber o semestre cursado, nota final obtida e o professor que ministrou.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9B777F5-40A0-A9B5-028D-84BC88A6B6B0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Disciplina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502F75-0F80-0348-EEE5-5068C9309923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78F2EE-A4CC-E9A4-C0D2-965525E76B76}"/>
              </a:ext>
            </a:extLst>
          </p:cNvPr>
          <p:cNvSpPr txBox="1"/>
          <p:nvPr/>
        </p:nvSpPr>
        <p:spPr>
          <a:xfrm>
            <a:off x="464155" y="5422532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D56B83-DF9A-2F81-F090-B614BABCFF41}"/>
              </a:ext>
            </a:extLst>
          </p:cNvPr>
          <p:cNvSpPr txBox="1"/>
          <p:nvPr/>
        </p:nvSpPr>
        <p:spPr>
          <a:xfrm>
            <a:off x="5091975" y="5902790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Graduação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0F8A191-9341-7864-F197-67E0E9CD5808}"/>
              </a:ext>
            </a:extLst>
          </p:cNvPr>
          <p:cNvSpPr txBox="1"/>
          <p:nvPr/>
        </p:nvSpPr>
        <p:spPr>
          <a:xfrm>
            <a:off x="6638738" y="5882382"/>
            <a:ext cx="1701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</a:t>
            </a:r>
          </a:p>
        </p:txBody>
      </p:sp>
      <p:sp>
        <p:nvSpPr>
          <p:cNvPr id="8" name="Triângulo isósceles 7">
            <a:extLst>
              <a:ext uri="{FF2B5EF4-FFF2-40B4-BE49-F238E27FC236}">
                <a16:creationId xmlns:a16="http://schemas.microsoft.com/office/drawing/2014/main" id="{564B95A9-B3B3-B06A-D46E-FE3E9D593967}"/>
              </a:ext>
            </a:extLst>
          </p:cNvPr>
          <p:cNvSpPr/>
          <p:nvPr/>
        </p:nvSpPr>
        <p:spPr>
          <a:xfrm>
            <a:off x="6239235" y="5335763"/>
            <a:ext cx="492596" cy="36933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CA308AC-9C80-F172-5736-D2B23DEADD4A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flipV="1">
            <a:off x="5704725" y="5705094"/>
            <a:ext cx="534510" cy="19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4A29292-26A3-4313-9AB7-281581AA6695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H="1" flipV="1">
            <a:off x="6731831" y="5705094"/>
            <a:ext cx="757684" cy="17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B75A78A4-A830-15C3-E3E8-F1A49B5534D3}"/>
              </a:ext>
            </a:extLst>
          </p:cNvPr>
          <p:cNvCxnSpPr>
            <a:cxnSpLocks/>
            <a:stCxn id="8" idx="0"/>
            <a:endCxn id="3" idx="2"/>
          </p:cNvCxnSpPr>
          <p:nvPr/>
        </p:nvCxnSpPr>
        <p:spPr>
          <a:xfrm flipV="1">
            <a:off x="6485533" y="5190941"/>
            <a:ext cx="12686" cy="144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29A402B-F9D8-5350-6B49-94E24A10F6E2}"/>
              </a:ext>
            </a:extLst>
          </p:cNvPr>
          <p:cNvSpPr txBox="1"/>
          <p:nvPr/>
        </p:nvSpPr>
        <p:spPr>
          <a:xfrm>
            <a:off x="6911916" y="6484189"/>
            <a:ext cx="122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tit</a:t>
            </a:r>
            <a:endParaRPr lang="pt-BR" sz="14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C8B111A-E28F-2B0E-41DD-51E7FCA01E9F}"/>
              </a:ext>
            </a:extLst>
          </p:cNvPr>
          <p:cNvSpPr txBox="1"/>
          <p:nvPr/>
        </p:nvSpPr>
        <p:spPr>
          <a:xfrm>
            <a:off x="4946276" y="6487307"/>
            <a:ext cx="1710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ingresso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974BF41-AB6E-9F23-2A30-A3D0202A2E61}"/>
              </a:ext>
            </a:extLst>
          </p:cNvPr>
          <p:cNvCxnSpPr>
            <a:cxnSpLocks/>
          </p:cNvCxnSpPr>
          <p:nvPr/>
        </p:nvCxnSpPr>
        <p:spPr>
          <a:xfrm>
            <a:off x="716705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>
            <a:extLst>
              <a:ext uri="{FF2B5EF4-FFF2-40B4-BE49-F238E27FC236}">
                <a16:creationId xmlns:a16="http://schemas.microsoft.com/office/drawing/2014/main" id="{F2454CDF-7410-2229-B5A8-76C1C9060997}"/>
              </a:ext>
            </a:extLst>
          </p:cNvPr>
          <p:cNvSpPr/>
          <p:nvPr/>
        </p:nvSpPr>
        <p:spPr>
          <a:xfrm>
            <a:off x="636695" y="534540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B10CEE6-2A01-7984-1924-0FF2B44B0585}"/>
              </a:ext>
            </a:extLst>
          </p:cNvPr>
          <p:cNvSpPr txBox="1"/>
          <p:nvPr/>
        </p:nvSpPr>
        <p:spPr>
          <a:xfrm>
            <a:off x="1208657" y="542253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FB50D0E1-3C24-16E1-34B9-E7F40FCB2BFD}"/>
              </a:ext>
            </a:extLst>
          </p:cNvPr>
          <p:cNvCxnSpPr>
            <a:cxnSpLocks/>
          </p:cNvCxnSpPr>
          <p:nvPr/>
        </p:nvCxnSpPr>
        <p:spPr>
          <a:xfrm>
            <a:off x="1579143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>
            <a:extLst>
              <a:ext uri="{FF2B5EF4-FFF2-40B4-BE49-F238E27FC236}">
                <a16:creationId xmlns:a16="http://schemas.microsoft.com/office/drawing/2014/main" id="{94C5B44E-FFB7-5948-5DEC-A8D5DAF4664A}"/>
              </a:ext>
            </a:extLst>
          </p:cNvPr>
          <p:cNvSpPr/>
          <p:nvPr/>
        </p:nvSpPr>
        <p:spPr>
          <a:xfrm>
            <a:off x="1499133" y="534540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8791F65-9894-D9BA-1A60-E00062F64937}"/>
              </a:ext>
            </a:extLst>
          </p:cNvPr>
          <p:cNvSpPr txBox="1"/>
          <p:nvPr/>
        </p:nvSpPr>
        <p:spPr>
          <a:xfrm>
            <a:off x="3067344" y="5441486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A7437629-D826-9FAF-E535-A7EFAF049C69}"/>
              </a:ext>
            </a:extLst>
          </p:cNvPr>
          <p:cNvCxnSpPr>
            <a:cxnSpLocks/>
          </p:cNvCxnSpPr>
          <p:nvPr/>
        </p:nvCxnSpPr>
        <p:spPr>
          <a:xfrm>
            <a:off x="3319894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61C0E29A-A6D8-38D4-3B7F-9013E496E563}"/>
              </a:ext>
            </a:extLst>
          </p:cNvPr>
          <p:cNvSpPr/>
          <p:nvPr/>
        </p:nvSpPr>
        <p:spPr>
          <a:xfrm>
            <a:off x="3239884" y="536435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6A0EAFA-6552-9E46-6344-F81FF8F49CD7}"/>
              </a:ext>
            </a:extLst>
          </p:cNvPr>
          <p:cNvSpPr txBox="1"/>
          <p:nvPr/>
        </p:nvSpPr>
        <p:spPr>
          <a:xfrm>
            <a:off x="3811846" y="544148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08DDC2DC-23A2-E72C-69E2-6D4CCE6A328D}"/>
              </a:ext>
            </a:extLst>
          </p:cNvPr>
          <p:cNvCxnSpPr>
            <a:cxnSpLocks/>
          </p:cNvCxnSpPr>
          <p:nvPr/>
        </p:nvCxnSpPr>
        <p:spPr>
          <a:xfrm>
            <a:off x="4182332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>
            <a:extLst>
              <a:ext uri="{FF2B5EF4-FFF2-40B4-BE49-F238E27FC236}">
                <a16:creationId xmlns:a16="http://schemas.microsoft.com/office/drawing/2014/main" id="{D0360EF2-72E3-2EB5-E4D6-4FC661B6A726}"/>
              </a:ext>
            </a:extLst>
          </p:cNvPr>
          <p:cNvSpPr/>
          <p:nvPr/>
        </p:nvSpPr>
        <p:spPr>
          <a:xfrm>
            <a:off x="4102322" y="536435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70324AF-8CE6-5BBD-D04F-7FB30842DDE4}"/>
              </a:ext>
            </a:extLst>
          </p:cNvPr>
          <p:cNvSpPr txBox="1"/>
          <p:nvPr/>
        </p:nvSpPr>
        <p:spPr>
          <a:xfrm>
            <a:off x="11229304" y="4559425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1ACDA5ED-82E4-6471-4D5A-A71C89579959}"/>
              </a:ext>
            </a:extLst>
          </p:cNvPr>
          <p:cNvCxnSpPr>
            <a:cxnSpLocks/>
            <a:stCxn id="43" idx="3"/>
          </p:cNvCxnSpPr>
          <p:nvPr/>
        </p:nvCxnSpPr>
        <p:spPr>
          <a:xfrm flipH="1">
            <a:off x="10551924" y="4828966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31555EEE-F895-816B-6B4E-3EC981AC28D0}"/>
              </a:ext>
            </a:extLst>
          </p:cNvPr>
          <p:cNvSpPr/>
          <p:nvPr/>
        </p:nvSpPr>
        <p:spPr>
          <a:xfrm>
            <a:off x="11038001" y="4697293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E0DFA04-FC1E-F2DD-C4FB-81064B9AEF97}"/>
              </a:ext>
            </a:extLst>
          </p:cNvPr>
          <p:cNvSpPr txBox="1"/>
          <p:nvPr/>
        </p:nvSpPr>
        <p:spPr>
          <a:xfrm>
            <a:off x="11198021" y="4937392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D7DDF58E-A1AD-DBB0-E27A-ECEDE50C403E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10551924" y="5122058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61515BFA-7B62-C55C-431D-60EC1A87BA67}"/>
              </a:ext>
            </a:extLst>
          </p:cNvPr>
          <p:cNvSpPr/>
          <p:nvPr/>
        </p:nvSpPr>
        <p:spPr>
          <a:xfrm>
            <a:off x="11022682" y="504492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2A7E5716-39B6-D368-0051-BA74266445A3}"/>
              </a:ext>
            </a:extLst>
          </p:cNvPr>
          <p:cNvSpPr txBox="1"/>
          <p:nvPr/>
        </p:nvSpPr>
        <p:spPr>
          <a:xfrm>
            <a:off x="7779863" y="4557840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highlight>
                  <a:srgbClr val="FFFF00"/>
                </a:highlight>
              </a:rPr>
              <a:t>mat</a:t>
            </a:r>
            <a:endParaRPr lang="pt-BR" dirty="0">
              <a:highlight>
                <a:srgbClr val="FFFF00"/>
              </a:highlight>
            </a:endParaRP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C7A422-5ED7-639F-D379-69C3188C6892}"/>
              </a:ext>
            </a:extLst>
          </p:cNvPr>
          <p:cNvCxnSpPr>
            <a:cxnSpLocks/>
            <a:stCxn id="56" idx="3"/>
          </p:cNvCxnSpPr>
          <p:nvPr/>
        </p:nvCxnSpPr>
        <p:spPr>
          <a:xfrm flipH="1">
            <a:off x="7102483" y="4827381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A6CBA447-75E2-37B2-959E-0FA45C9B361A}"/>
              </a:ext>
            </a:extLst>
          </p:cNvPr>
          <p:cNvSpPr/>
          <p:nvPr/>
        </p:nvSpPr>
        <p:spPr>
          <a:xfrm>
            <a:off x="7588560" y="4695708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035CD12F-3D05-F328-0ACB-6E06ADBDA451}"/>
              </a:ext>
            </a:extLst>
          </p:cNvPr>
          <p:cNvCxnSpPr>
            <a:cxnSpLocks/>
          </p:cNvCxnSpPr>
          <p:nvPr/>
        </p:nvCxnSpPr>
        <p:spPr>
          <a:xfrm flipV="1">
            <a:off x="5351961" y="6272122"/>
            <a:ext cx="0" cy="150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ipse 57">
            <a:extLst>
              <a:ext uri="{FF2B5EF4-FFF2-40B4-BE49-F238E27FC236}">
                <a16:creationId xmlns:a16="http://schemas.microsoft.com/office/drawing/2014/main" id="{AF68D45D-C2F8-D6B9-63DA-8012586F50FD}"/>
              </a:ext>
            </a:extLst>
          </p:cNvPr>
          <p:cNvSpPr/>
          <p:nvPr/>
        </p:nvSpPr>
        <p:spPr>
          <a:xfrm>
            <a:off x="5271951" y="635492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0FFC1A9F-ABF6-7151-55D1-74D427C13589}"/>
              </a:ext>
            </a:extLst>
          </p:cNvPr>
          <p:cNvCxnSpPr>
            <a:cxnSpLocks/>
          </p:cNvCxnSpPr>
          <p:nvPr/>
        </p:nvCxnSpPr>
        <p:spPr>
          <a:xfrm flipV="1">
            <a:off x="7077621" y="6251714"/>
            <a:ext cx="0" cy="171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>
            <a:extLst>
              <a:ext uri="{FF2B5EF4-FFF2-40B4-BE49-F238E27FC236}">
                <a16:creationId xmlns:a16="http://schemas.microsoft.com/office/drawing/2014/main" id="{64FFA149-A92A-AA94-8FB1-48F4A7DCAA02}"/>
              </a:ext>
            </a:extLst>
          </p:cNvPr>
          <p:cNvSpPr/>
          <p:nvPr/>
        </p:nvSpPr>
        <p:spPr>
          <a:xfrm>
            <a:off x="6997611" y="636776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13F2105A-A7A9-A478-8377-76E85D35DBED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F80AC962-8A26-3BE4-1258-E0FD660ACFE1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BCDEDAE-6566-E289-6C9B-14A94CA61F3F}"/>
              </a:ext>
            </a:extLst>
          </p:cNvPr>
          <p:cNvSpPr txBox="1"/>
          <p:nvPr/>
        </p:nvSpPr>
        <p:spPr>
          <a:xfrm>
            <a:off x="7757066" y="495909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nome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0B759A3-4C4A-DE52-D5C4-7B6DFD7324C4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7110969" y="5143757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195D9ED6-9686-D0DC-2019-592EEC667A7A}"/>
              </a:ext>
            </a:extLst>
          </p:cNvPr>
          <p:cNvSpPr/>
          <p:nvPr/>
        </p:nvSpPr>
        <p:spPr>
          <a:xfrm>
            <a:off x="7581727" y="506662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A60C276-A92B-8BE0-4885-6D94F7957DBE}"/>
              </a:ext>
            </a:extLst>
          </p:cNvPr>
          <p:cNvSpPr txBox="1"/>
          <p:nvPr/>
        </p:nvSpPr>
        <p:spPr>
          <a:xfrm>
            <a:off x="3548743" y="2716865"/>
            <a:ext cx="6226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highlight>
                  <a:srgbClr val="FFFF00"/>
                </a:highlight>
              </a:rPr>
              <a:t>Atributos detectados, menos estes</a:t>
            </a:r>
          </a:p>
        </p:txBody>
      </p: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208DC7B2-A714-D25B-241A-66D97C8E2999}"/>
              </a:ext>
            </a:extLst>
          </p:cNvPr>
          <p:cNvCxnSpPr/>
          <p:nvPr/>
        </p:nvCxnSpPr>
        <p:spPr>
          <a:xfrm>
            <a:off x="6498219" y="3240085"/>
            <a:ext cx="1083508" cy="1103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46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disciplina 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 UnB possui código e nome e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está vinculada a um único departamento 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também tem código e nome. Um aluno pode se matricular em várias disciplinas e uma disciplina tem que ter pelo menos um aluno e no máximo um professor. Este aluno pode ser de graduação ou pós-graduação. Para o aluno de pós-graduação é necessário saber sua titulação e para o aluno de graduação a forma de ingresso na UnB. O aluno de pós-graduação está vinculado à apenas um professor/orientador que possui matricula e nome. Este orientador, por sua vez, poderá ter vários orientandos e está vinculado à um único departamento e ministra pelo menos 1 disciplina. Para cada disciplina cursada por um aluno é necessário saber o semestre cursado, nota final obtida e o professor que ministrou.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40267A6-D9CC-15A4-01BF-9D9D8F44D8D9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Disciplina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498D578-F07B-4C64-48BA-B64F2439D662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6FB0382-AFBC-BDB2-5FAC-8041DAAE2E66}"/>
              </a:ext>
            </a:extLst>
          </p:cNvPr>
          <p:cNvSpPr txBox="1"/>
          <p:nvPr/>
        </p:nvSpPr>
        <p:spPr>
          <a:xfrm>
            <a:off x="464155" y="5422532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AD7D6B5-7206-5D82-6B28-AA390CEFBA6D}"/>
              </a:ext>
            </a:extLst>
          </p:cNvPr>
          <p:cNvSpPr txBox="1"/>
          <p:nvPr/>
        </p:nvSpPr>
        <p:spPr>
          <a:xfrm>
            <a:off x="5091975" y="5902790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Graduação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91824A5-DC86-8778-D78B-1C95011F594A}"/>
              </a:ext>
            </a:extLst>
          </p:cNvPr>
          <p:cNvSpPr txBox="1"/>
          <p:nvPr/>
        </p:nvSpPr>
        <p:spPr>
          <a:xfrm>
            <a:off x="6638738" y="5882382"/>
            <a:ext cx="1701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</a:t>
            </a:r>
          </a:p>
        </p:txBody>
      </p:sp>
      <p:sp>
        <p:nvSpPr>
          <p:cNvPr id="36" name="Triângulo isósceles 35">
            <a:extLst>
              <a:ext uri="{FF2B5EF4-FFF2-40B4-BE49-F238E27FC236}">
                <a16:creationId xmlns:a16="http://schemas.microsoft.com/office/drawing/2014/main" id="{466E255E-D4BD-2296-E1D7-F73BB94A32E0}"/>
              </a:ext>
            </a:extLst>
          </p:cNvPr>
          <p:cNvSpPr/>
          <p:nvPr/>
        </p:nvSpPr>
        <p:spPr>
          <a:xfrm>
            <a:off x="6239235" y="5335763"/>
            <a:ext cx="492596" cy="36933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24B39496-4D30-F999-F385-37173D9A1291}"/>
              </a:ext>
            </a:extLst>
          </p:cNvPr>
          <p:cNvCxnSpPr>
            <a:cxnSpLocks/>
            <a:stCxn id="32" idx="0"/>
            <a:endCxn id="36" idx="2"/>
          </p:cNvCxnSpPr>
          <p:nvPr/>
        </p:nvCxnSpPr>
        <p:spPr>
          <a:xfrm flipV="1">
            <a:off x="5704725" y="5705094"/>
            <a:ext cx="534510" cy="19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4A52A95C-22CC-73A6-5A8E-52462C600840}"/>
              </a:ext>
            </a:extLst>
          </p:cNvPr>
          <p:cNvCxnSpPr>
            <a:cxnSpLocks/>
            <a:stCxn id="34" idx="0"/>
            <a:endCxn id="36" idx="4"/>
          </p:cNvCxnSpPr>
          <p:nvPr/>
        </p:nvCxnSpPr>
        <p:spPr>
          <a:xfrm flipH="1" flipV="1">
            <a:off x="6731831" y="5705094"/>
            <a:ext cx="757684" cy="17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E4F97ED5-5B09-9AF6-9F8E-F939BE36EA57}"/>
              </a:ext>
            </a:extLst>
          </p:cNvPr>
          <p:cNvCxnSpPr>
            <a:cxnSpLocks/>
            <a:stCxn id="36" idx="0"/>
            <a:endCxn id="23" idx="2"/>
          </p:cNvCxnSpPr>
          <p:nvPr/>
        </p:nvCxnSpPr>
        <p:spPr>
          <a:xfrm flipV="1">
            <a:off x="6485533" y="5190941"/>
            <a:ext cx="12686" cy="144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CEAA130-837C-AE45-C3DB-A9C10136C11F}"/>
              </a:ext>
            </a:extLst>
          </p:cNvPr>
          <p:cNvSpPr txBox="1"/>
          <p:nvPr/>
        </p:nvSpPr>
        <p:spPr>
          <a:xfrm>
            <a:off x="6911916" y="6484189"/>
            <a:ext cx="122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tit</a:t>
            </a:r>
            <a:endParaRPr lang="pt-BR" sz="1400" dirty="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2320EFAC-E621-6E05-6F91-23C55969C991}"/>
              </a:ext>
            </a:extLst>
          </p:cNvPr>
          <p:cNvSpPr txBox="1"/>
          <p:nvPr/>
        </p:nvSpPr>
        <p:spPr>
          <a:xfrm>
            <a:off x="4946276" y="6487307"/>
            <a:ext cx="1710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ingresso</a:t>
            </a:r>
          </a:p>
        </p:txBody>
      </p:sp>
      <p:sp>
        <p:nvSpPr>
          <p:cNvPr id="44" name="Losango 43">
            <a:extLst>
              <a:ext uri="{FF2B5EF4-FFF2-40B4-BE49-F238E27FC236}">
                <a16:creationId xmlns:a16="http://schemas.microsoft.com/office/drawing/2014/main" id="{53794503-3CFC-F718-16AF-E748094CAA33}"/>
              </a:ext>
            </a:extLst>
          </p:cNvPr>
          <p:cNvSpPr/>
          <p:nvPr/>
        </p:nvSpPr>
        <p:spPr>
          <a:xfrm>
            <a:off x="1903487" y="3903573"/>
            <a:ext cx="1061385" cy="70161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B1EFE189-DDDF-AB0F-B01F-1B36184F8CFA}"/>
              </a:ext>
            </a:extLst>
          </p:cNvPr>
          <p:cNvCxnSpPr>
            <a:cxnSpLocks/>
          </p:cNvCxnSpPr>
          <p:nvPr/>
        </p:nvCxnSpPr>
        <p:spPr>
          <a:xfrm>
            <a:off x="2964872" y="4254381"/>
            <a:ext cx="574837" cy="5200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4917BDF5-7F11-F7DF-CF2D-66CFBB18770A}"/>
              </a:ext>
            </a:extLst>
          </p:cNvPr>
          <p:cNvCxnSpPr>
            <a:cxnSpLocks/>
            <a:stCxn id="44" idx="1"/>
          </p:cNvCxnSpPr>
          <p:nvPr/>
        </p:nvCxnSpPr>
        <p:spPr>
          <a:xfrm rot="10800000" flipV="1">
            <a:off x="1208657" y="4254382"/>
            <a:ext cx="694831" cy="4983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ABD3F0C-642E-7F63-276E-2FF412B45637}"/>
              </a:ext>
            </a:extLst>
          </p:cNvPr>
          <p:cNvSpPr txBox="1"/>
          <p:nvPr/>
        </p:nvSpPr>
        <p:spPr>
          <a:xfrm>
            <a:off x="1982677" y="4061958"/>
            <a:ext cx="136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highlight>
                  <a:srgbClr val="FFFF00"/>
                </a:highlight>
              </a:rPr>
              <a:t>vinculada</a:t>
            </a:r>
          </a:p>
        </p:txBody>
      </p: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2C365A9B-34D6-8621-4C4C-756A3AC5E9F2}"/>
              </a:ext>
            </a:extLst>
          </p:cNvPr>
          <p:cNvCxnSpPr>
            <a:cxnSpLocks/>
          </p:cNvCxnSpPr>
          <p:nvPr/>
        </p:nvCxnSpPr>
        <p:spPr>
          <a:xfrm>
            <a:off x="716705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1D91E3BD-1A24-9471-5FB0-3DFAABA183F0}"/>
              </a:ext>
            </a:extLst>
          </p:cNvPr>
          <p:cNvSpPr/>
          <p:nvPr/>
        </p:nvSpPr>
        <p:spPr>
          <a:xfrm>
            <a:off x="636695" y="534540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472F02-510D-9B36-5B36-2A15066A10A9}"/>
              </a:ext>
            </a:extLst>
          </p:cNvPr>
          <p:cNvSpPr txBox="1"/>
          <p:nvPr/>
        </p:nvSpPr>
        <p:spPr>
          <a:xfrm>
            <a:off x="1208657" y="542253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9939A007-19F5-63EC-14F2-3640CABEE841}"/>
              </a:ext>
            </a:extLst>
          </p:cNvPr>
          <p:cNvCxnSpPr>
            <a:cxnSpLocks/>
          </p:cNvCxnSpPr>
          <p:nvPr/>
        </p:nvCxnSpPr>
        <p:spPr>
          <a:xfrm>
            <a:off x="1579143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>
            <a:extLst>
              <a:ext uri="{FF2B5EF4-FFF2-40B4-BE49-F238E27FC236}">
                <a16:creationId xmlns:a16="http://schemas.microsoft.com/office/drawing/2014/main" id="{DA4E6D4C-306C-C56D-6649-F82AF996F89B}"/>
              </a:ext>
            </a:extLst>
          </p:cNvPr>
          <p:cNvSpPr/>
          <p:nvPr/>
        </p:nvSpPr>
        <p:spPr>
          <a:xfrm>
            <a:off x="1499133" y="534540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6C679CE-6E64-EC5D-7EE5-D8D4AAC16032}"/>
              </a:ext>
            </a:extLst>
          </p:cNvPr>
          <p:cNvSpPr txBox="1"/>
          <p:nvPr/>
        </p:nvSpPr>
        <p:spPr>
          <a:xfrm>
            <a:off x="3067344" y="5441486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BC05A960-80EF-F8E6-871B-729C66E7B579}"/>
              </a:ext>
            </a:extLst>
          </p:cNvPr>
          <p:cNvCxnSpPr>
            <a:cxnSpLocks/>
          </p:cNvCxnSpPr>
          <p:nvPr/>
        </p:nvCxnSpPr>
        <p:spPr>
          <a:xfrm>
            <a:off x="3319894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>
            <a:extLst>
              <a:ext uri="{FF2B5EF4-FFF2-40B4-BE49-F238E27FC236}">
                <a16:creationId xmlns:a16="http://schemas.microsoft.com/office/drawing/2014/main" id="{B11644EE-E618-B86B-2806-D62C50E1EB12}"/>
              </a:ext>
            </a:extLst>
          </p:cNvPr>
          <p:cNvSpPr/>
          <p:nvPr/>
        </p:nvSpPr>
        <p:spPr>
          <a:xfrm>
            <a:off x="3239884" y="536435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DB0DFFF9-D4D9-92BF-4314-7DE248F4D8A6}"/>
              </a:ext>
            </a:extLst>
          </p:cNvPr>
          <p:cNvSpPr txBox="1"/>
          <p:nvPr/>
        </p:nvSpPr>
        <p:spPr>
          <a:xfrm>
            <a:off x="3811846" y="544148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E6959A2D-3E49-40FA-C55C-6D5ACFE8343C}"/>
              </a:ext>
            </a:extLst>
          </p:cNvPr>
          <p:cNvCxnSpPr>
            <a:cxnSpLocks/>
          </p:cNvCxnSpPr>
          <p:nvPr/>
        </p:nvCxnSpPr>
        <p:spPr>
          <a:xfrm>
            <a:off x="4182332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842B4FB7-DAF2-CA2E-D493-27648A8AB175}"/>
              </a:ext>
            </a:extLst>
          </p:cNvPr>
          <p:cNvSpPr/>
          <p:nvPr/>
        </p:nvSpPr>
        <p:spPr>
          <a:xfrm>
            <a:off x="4102322" y="536435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92E92813-B287-51A0-ADC8-1E80D7789C18}"/>
              </a:ext>
            </a:extLst>
          </p:cNvPr>
          <p:cNvSpPr txBox="1"/>
          <p:nvPr/>
        </p:nvSpPr>
        <p:spPr>
          <a:xfrm>
            <a:off x="11229304" y="4559425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8C462044-D45D-110A-1AB6-34A6CF6DB88E}"/>
              </a:ext>
            </a:extLst>
          </p:cNvPr>
          <p:cNvCxnSpPr>
            <a:cxnSpLocks/>
            <a:stCxn id="69" idx="3"/>
          </p:cNvCxnSpPr>
          <p:nvPr/>
        </p:nvCxnSpPr>
        <p:spPr>
          <a:xfrm flipH="1">
            <a:off x="10551924" y="4828966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97C7E63-D144-6F24-E7D5-BD90CAAA0A9F}"/>
              </a:ext>
            </a:extLst>
          </p:cNvPr>
          <p:cNvSpPr/>
          <p:nvPr/>
        </p:nvSpPr>
        <p:spPr>
          <a:xfrm>
            <a:off x="11038001" y="4697293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9930C240-BA18-CF44-D940-776E2297DC32}"/>
              </a:ext>
            </a:extLst>
          </p:cNvPr>
          <p:cNvSpPr txBox="1"/>
          <p:nvPr/>
        </p:nvSpPr>
        <p:spPr>
          <a:xfrm>
            <a:off x="11198021" y="4937392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30DDD53D-4BDA-B627-CA27-59BEB66FFFD0}"/>
              </a:ext>
            </a:extLst>
          </p:cNvPr>
          <p:cNvCxnSpPr>
            <a:cxnSpLocks/>
            <a:endCxn id="72" idx="2"/>
          </p:cNvCxnSpPr>
          <p:nvPr/>
        </p:nvCxnSpPr>
        <p:spPr>
          <a:xfrm>
            <a:off x="10551924" y="5122058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>
            <a:extLst>
              <a:ext uri="{FF2B5EF4-FFF2-40B4-BE49-F238E27FC236}">
                <a16:creationId xmlns:a16="http://schemas.microsoft.com/office/drawing/2014/main" id="{4019CC6A-44DE-78A5-8E8F-D8B9A86B51DC}"/>
              </a:ext>
            </a:extLst>
          </p:cNvPr>
          <p:cNvSpPr/>
          <p:nvPr/>
        </p:nvSpPr>
        <p:spPr>
          <a:xfrm>
            <a:off x="11022682" y="504492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004B01B5-E796-E507-9B58-F1591D70B2BF}"/>
              </a:ext>
            </a:extLst>
          </p:cNvPr>
          <p:cNvSpPr txBox="1"/>
          <p:nvPr/>
        </p:nvSpPr>
        <p:spPr>
          <a:xfrm>
            <a:off x="7779863" y="4557840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E9CED456-3F91-756A-74BF-83825234825E}"/>
              </a:ext>
            </a:extLst>
          </p:cNvPr>
          <p:cNvCxnSpPr>
            <a:cxnSpLocks/>
            <a:stCxn id="82" idx="3"/>
          </p:cNvCxnSpPr>
          <p:nvPr/>
        </p:nvCxnSpPr>
        <p:spPr>
          <a:xfrm flipH="1">
            <a:off x="7102483" y="4827381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2D8D5A1A-1DB2-BAAB-3EDE-FA48DDA16F94}"/>
              </a:ext>
            </a:extLst>
          </p:cNvPr>
          <p:cNvSpPr/>
          <p:nvPr/>
        </p:nvSpPr>
        <p:spPr>
          <a:xfrm>
            <a:off x="7588560" y="4695708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CFCA1BF3-7C6A-FE9F-092E-E4DDCE9BC648}"/>
              </a:ext>
            </a:extLst>
          </p:cNvPr>
          <p:cNvCxnSpPr>
            <a:cxnSpLocks/>
          </p:cNvCxnSpPr>
          <p:nvPr/>
        </p:nvCxnSpPr>
        <p:spPr>
          <a:xfrm flipV="1">
            <a:off x="5351961" y="6272122"/>
            <a:ext cx="0" cy="150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Elipse 83">
            <a:extLst>
              <a:ext uri="{FF2B5EF4-FFF2-40B4-BE49-F238E27FC236}">
                <a16:creationId xmlns:a16="http://schemas.microsoft.com/office/drawing/2014/main" id="{8524298D-25B9-A846-98EF-4B5CD347E3CA}"/>
              </a:ext>
            </a:extLst>
          </p:cNvPr>
          <p:cNvSpPr/>
          <p:nvPr/>
        </p:nvSpPr>
        <p:spPr>
          <a:xfrm>
            <a:off x="5271951" y="635492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F3F7880A-697E-041E-A9A2-F215B0BA4D25}"/>
              </a:ext>
            </a:extLst>
          </p:cNvPr>
          <p:cNvCxnSpPr>
            <a:cxnSpLocks/>
          </p:cNvCxnSpPr>
          <p:nvPr/>
        </p:nvCxnSpPr>
        <p:spPr>
          <a:xfrm flipV="1">
            <a:off x="7077621" y="6251714"/>
            <a:ext cx="0" cy="171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ipse 85">
            <a:extLst>
              <a:ext uri="{FF2B5EF4-FFF2-40B4-BE49-F238E27FC236}">
                <a16:creationId xmlns:a16="http://schemas.microsoft.com/office/drawing/2014/main" id="{40CE9A57-FF7D-67E8-5DD4-2D4FCCAB3280}"/>
              </a:ext>
            </a:extLst>
          </p:cNvPr>
          <p:cNvSpPr/>
          <p:nvPr/>
        </p:nvSpPr>
        <p:spPr>
          <a:xfrm>
            <a:off x="6997611" y="636776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D1F217D3-E70C-C18F-933E-59E19C0BA070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Depto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A0C18B31-D0E9-F33F-99EC-739977DC776A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196D17BF-4119-3E59-68CF-12E7EA008DE8}"/>
              </a:ext>
            </a:extLst>
          </p:cNvPr>
          <p:cNvSpPr txBox="1"/>
          <p:nvPr/>
        </p:nvSpPr>
        <p:spPr>
          <a:xfrm>
            <a:off x="883183" y="4340908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53CED3B8-47F3-AEBB-FD5C-0D8130E81605}"/>
              </a:ext>
            </a:extLst>
          </p:cNvPr>
          <p:cNvSpPr txBox="1"/>
          <p:nvPr/>
        </p:nvSpPr>
        <p:spPr>
          <a:xfrm>
            <a:off x="3309375" y="4405093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35872CC7-EA02-54E7-B076-839A8244E9FB}"/>
              </a:ext>
            </a:extLst>
          </p:cNvPr>
          <p:cNvSpPr txBox="1"/>
          <p:nvPr/>
        </p:nvSpPr>
        <p:spPr>
          <a:xfrm>
            <a:off x="7757066" y="495909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A47878BD-38EA-8093-4E2C-F1947C9B3740}"/>
              </a:ext>
            </a:extLst>
          </p:cNvPr>
          <p:cNvCxnSpPr>
            <a:cxnSpLocks/>
            <a:endCxn id="104" idx="2"/>
          </p:cNvCxnSpPr>
          <p:nvPr/>
        </p:nvCxnSpPr>
        <p:spPr>
          <a:xfrm>
            <a:off x="7110969" y="5143757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Elipse 103">
            <a:extLst>
              <a:ext uri="{FF2B5EF4-FFF2-40B4-BE49-F238E27FC236}">
                <a16:creationId xmlns:a16="http://schemas.microsoft.com/office/drawing/2014/main" id="{AFC534C8-DB51-694E-025F-8BFB8536280B}"/>
              </a:ext>
            </a:extLst>
          </p:cNvPr>
          <p:cNvSpPr/>
          <p:nvPr/>
        </p:nvSpPr>
        <p:spPr>
          <a:xfrm>
            <a:off x="7581727" y="506662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987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disciplina da UnB possui código e nome e está vinculada a um único departamento que também tem código e nome.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aluno pode se matricular em várias disciplinas e uma disciplina tem que ter pelo menos um aluno e no máximo um professor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Este aluno pode ser de graduação ou pós-graduação. Para o aluno de pós-graduação é necessário saber sua titulação e para o aluno de graduação a forma de ingresso na UnB. O aluno de pós-graduação está vinculado à apenas um professor/orientador que possui matricula e nome. Este orientador, por sua vez, poderá ter vários orientandos e está vinculado à um único departamento e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ministra pelo menos 1 disciplina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cada disciplina cursada por um aluno é necessário saber o semestre cursado, nota final obtida e o professor que ministrou. 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B6BDF6E-E712-7E64-8940-E0997D55B62D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Disciplina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D2037E4-B2A1-0252-AB88-1B6F69C887A5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8D2F6765-CB87-BDF6-B24B-9B59FB2A7A27}"/>
              </a:ext>
            </a:extLst>
          </p:cNvPr>
          <p:cNvSpPr txBox="1"/>
          <p:nvPr/>
        </p:nvSpPr>
        <p:spPr>
          <a:xfrm>
            <a:off x="464155" y="5422532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C358BED-C606-011E-A147-539FCC7B169C}"/>
              </a:ext>
            </a:extLst>
          </p:cNvPr>
          <p:cNvSpPr txBox="1"/>
          <p:nvPr/>
        </p:nvSpPr>
        <p:spPr>
          <a:xfrm>
            <a:off x="5091975" y="5902790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Graduação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E89EC1F-324F-FE33-AF8F-A716A3A781B5}"/>
              </a:ext>
            </a:extLst>
          </p:cNvPr>
          <p:cNvSpPr txBox="1"/>
          <p:nvPr/>
        </p:nvSpPr>
        <p:spPr>
          <a:xfrm>
            <a:off x="6638738" y="5882382"/>
            <a:ext cx="1701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</a:t>
            </a:r>
          </a:p>
        </p:txBody>
      </p:sp>
      <p:sp>
        <p:nvSpPr>
          <p:cNvPr id="57" name="Triângulo isósceles 56">
            <a:extLst>
              <a:ext uri="{FF2B5EF4-FFF2-40B4-BE49-F238E27FC236}">
                <a16:creationId xmlns:a16="http://schemas.microsoft.com/office/drawing/2014/main" id="{C88393CA-0353-84F2-ECF6-09A6DF5E20C7}"/>
              </a:ext>
            </a:extLst>
          </p:cNvPr>
          <p:cNvSpPr/>
          <p:nvPr/>
        </p:nvSpPr>
        <p:spPr>
          <a:xfrm>
            <a:off x="6239235" y="5335763"/>
            <a:ext cx="492596" cy="36933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C70FF4AD-2F1A-9FCB-E288-EFC041F6359E}"/>
              </a:ext>
            </a:extLst>
          </p:cNvPr>
          <p:cNvCxnSpPr>
            <a:cxnSpLocks/>
            <a:stCxn id="55" idx="0"/>
            <a:endCxn id="57" idx="2"/>
          </p:cNvCxnSpPr>
          <p:nvPr/>
        </p:nvCxnSpPr>
        <p:spPr>
          <a:xfrm flipV="1">
            <a:off x="5704725" y="5705094"/>
            <a:ext cx="534510" cy="19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8E94CF97-F06B-02A2-B8E9-8E6C126894A1}"/>
              </a:ext>
            </a:extLst>
          </p:cNvPr>
          <p:cNvCxnSpPr>
            <a:cxnSpLocks/>
            <a:stCxn id="56" idx="0"/>
            <a:endCxn id="57" idx="4"/>
          </p:cNvCxnSpPr>
          <p:nvPr/>
        </p:nvCxnSpPr>
        <p:spPr>
          <a:xfrm flipH="1" flipV="1">
            <a:off x="6731831" y="5705094"/>
            <a:ext cx="757684" cy="17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6A0353B7-B9CA-E912-42BF-61FCEA729159}"/>
              </a:ext>
            </a:extLst>
          </p:cNvPr>
          <p:cNvCxnSpPr>
            <a:cxnSpLocks/>
            <a:stCxn id="57" idx="0"/>
            <a:endCxn id="52" idx="2"/>
          </p:cNvCxnSpPr>
          <p:nvPr/>
        </p:nvCxnSpPr>
        <p:spPr>
          <a:xfrm flipV="1">
            <a:off x="6485533" y="5190941"/>
            <a:ext cx="12686" cy="144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6D013DD3-647D-CF57-AE8F-0101061E943D}"/>
              </a:ext>
            </a:extLst>
          </p:cNvPr>
          <p:cNvSpPr txBox="1"/>
          <p:nvPr/>
        </p:nvSpPr>
        <p:spPr>
          <a:xfrm>
            <a:off x="6911916" y="6484189"/>
            <a:ext cx="122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tit</a:t>
            </a:r>
            <a:endParaRPr lang="pt-BR" sz="1400" dirty="0"/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A42294F4-8955-1F6E-FE1A-C13A38C144C6}"/>
              </a:ext>
            </a:extLst>
          </p:cNvPr>
          <p:cNvSpPr txBox="1"/>
          <p:nvPr/>
        </p:nvSpPr>
        <p:spPr>
          <a:xfrm>
            <a:off x="4946276" y="6487307"/>
            <a:ext cx="1710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ingresso</a:t>
            </a:r>
          </a:p>
        </p:txBody>
      </p:sp>
      <p:sp>
        <p:nvSpPr>
          <p:cNvPr id="64" name="Losango 63">
            <a:extLst>
              <a:ext uri="{FF2B5EF4-FFF2-40B4-BE49-F238E27FC236}">
                <a16:creationId xmlns:a16="http://schemas.microsoft.com/office/drawing/2014/main" id="{A3E88412-CE22-6990-AE48-8E6E2FBABEBD}"/>
              </a:ext>
            </a:extLst>
          </p:cNvPr>
          <p:cNvSpPr/>
          <p:nvPr/>
        </p:nvSpPr>
        <p:spPr>
          <a:xfrm>
            <a:off x="1903487" y="3903573"/>
            <a:ext cx="1061385" cy="70161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C9941B0C-1D34-D4A1-F2A2-2E4F29681742}"/>
              </a:ext>
            </a:extLst>
          </p:cNvPr>
          <p:cNvCxnSpPr>
            <a:cxnSpLocks/>
          </p:cNvCxnSpPr>
          <p:nvPr/>
        </p:nvCxnSpPr>
        <p:spPr>
          <a:xfrm>
            <a:off x="2964872" y="4254381"/>
            <a:ext cx="574837" cy="5200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do 65">
            <a:extLst>
              <a:ext uri="{FF2B5EF4-FFF2-40B4-BE49-F238E27FC236}">
                <a16:creationId xmlns:a16="http://schemas.microsoft.com/office/drawing/2014/main" id="{7A41F730-A3AE-F916-924E-5EE81C439C89}"/>
              </a:ext>
            </a:extLst>
          </p:cNvPr>
          <p:cNvCxnSpPr>
            <a:cxnSpLocks/>
            <a:stCxn id="64" idx="1"/>
          </p:cNvCxnSpPr>
          <p:nvPr/>
        </p:nvCxnSpPr>
        <p:spPr>
          <a:xfrm rot="10800000" flipV="1">
            <a:off x="1208657" y="4254382"/>
            <a:ext cx="694831" cy="4983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8F3C4461-44C6-6A1E-D4D6-2449F85C9617}"/>
              </a:ext>
            </a:extLst>
          </p:cNvPr>
          <p:cNvSpPr txBox="1"/>
          <p:nvPr/>
        </p:nvSpPr>
        <p:spPr>
          <a:xfrm>
            <a:off x="1982677" y="4061958"/>
            <a:ext cx="136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vinculada</a:t>
            </a:r>
          </a:p>
        </p:txBody>
      </p:sp>
      <p:sp>
        <p:nvSpPr>
          <p:cNvPr id="68" name="Losango 67">
            <a:extLst>
              <a:ext uri="{FF2B5EF4-FFF2-40B4-BE49-F238E27FC236}">
                <a16:creationId xmlns:a16="http://schemas.microsoft.com/office/drawing/2014/main" id="{AB0D25B3-F6DA-EF53-CDE3-2C28C95E1E52}"/>
              </a:ext>
            </a:extLst>
          </p:cNvPr>
          <p:cNvSpPr/>
          <p:nvPr/>
        </p:nvSpPr>
        <p:spPr>
          <a:xfrm>
            <a:off x="5964267" y="3659144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9" name="Conector: Angulado 68">
            <a:extLst>
              <a:ext uri="{FF2B5EF4-FFF2-40B4-BE49-F238E27FC236}">
                <a16:creationId xmlns:a16="http://schemas.microsoft.com/office/drawing/2014/main" id="{C0343C4F-DF9F-EFA3-96BA-22284E66DC37}"/>
              </a:ext>
            </a:extLst>
          </p:cNvPr>
          <p:cNvCxnSpPr>
            <a:cxnSpLocks/>
            <a:stCxn id="68" idx="1"/>
            <a:endCxn id="51" idx="0"/>
          </p:cNvCxnSpPr>
          <p:nvPr/>
        </p:nvCxnSpPr>
        <p:spPr>
          <a:xfrm rot="10800000" flipV="1">
            <a:off x="3811847" y="4013683"/>
            <a:ext cx="2152421" cy="7607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F960977F-00B1-9DF4-5D12-061A0A2B02E0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025652" y="4013683"/>
            <a:ext cx="2924130" cy="8085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: Angulado 71">
            <a:extLst>
              <a:ext uri="{FF2B5EF4-FFF2-40B4-BE49-F238E27FC236}">
                <a16:creationId xmlns:a16="http://schemas.microsoft.com/office/drawing/2014/main" id="{EE78C2A7-3BEA-06C9-74C6-7A505581DDFE}"/>
              </a:ext>
            </a:extLst>
          </p:cNvPr>
          <p:cNvCxnSpPr>
            <a:cxnSpLocks/>
            <a:stCxn id="68" idx="2"/>
            <a:endCxn id="52" idx="0"/>
          </p:cNvCxnSpPr>
          <p:nvPr/>
        </p:nvCxnSpPr>
        <p:spPr>
          <a:xfrm rot="16200000" flipH="1">
            <a:off x="6269896" y="4593285"/>
            <a:ext cx="453387" cy="3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AD6C7997-6960-9241-88D9-3F7B2111BA21}"/>
              </a:ext>
            </a:extLst>
          </p:cNvPr>
          <p:cNvSpPr txBox="1"/>
          <p:nvPr/>
        </p:nvSpPr>
        <p:spPr>
          <a:xfrm>
            <a:off x="6139257" y="3808010"/>
            <a:ext cx="77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cursa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5264C150-6724-E372-D7B3-F690E783892E}"/>
              </a:ext>
            </a:extLst>
          </p:cNvPr>
          <p:cNvSpPr txBox="1"/>
          <p:nvPr/>
        </p:nvSpPr>
        <p:spPr>
          <a:xfrm>
            <a:off x="9638018" y="451440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584AFCFF-ED25-9850-6A84-A1C2445352B3}"/>
              </a:ext>
            </a:extLst>
          </p:cNvPr>
          <p:cNvSpPr txBox="1"/>
          <p:nvPr/>
        </p:nvSpPr>
        <p:spPr>
          <a:xfrm>
            <a:off x="3784579" y="445307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5766BF95-E792-50ED-BAFA-7E71F2F280B2}"/>
              </a:ext>
            </a:extLst>
          </p:cNvPr>
          <p:cNvSpPr txBox="1"/>
          <p:nvPr/>
        </p:nvSpPr>
        <p:spPr>
          <a:xfrm>
            <a:off x="6501281" y="444606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A55E3C42-D365-630B-5C0A-4F739F3B23B7}"/>
              </a:ext>
            </a:extLst>
          </p:cNvPr>
          <p:cNvCxnSpPr>
            <a:cxnSpLocks/>
          </p:cNvCxnSpPr>
          <p:nvPr/>
        </p:nvCxnSpPr>
        <p:spPr>
          <a:xfrm>
            <a:off x="716705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>
            <a:extLst>
              <a:ext uri="{FF2B5EF4-FFF2-40B4-BE49-F238E27FC236}">
                <a16:creationId xmlns:a16="http://schemas.microsoft.com/office/drawing/2014/main" id="{906BBC20-C225-5975-B136-1E02C8EBB7F7}"/>
              </a:ext>
            </a:extLst>
          </p:cNvPr>
          <p:cNvSpPr/>
          <p:nvPr/>
        </p:nvSpPr>
        <p:spPr>
          <a:xfrm>
            <a:off x="636695" y="534540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C67E7DA7-F932-21E0-790C-666FAAC7101C}"/>
              </a:ext>
            </a:extLst>
          </p:cNvPr>
          <p:cNvSpPr txBox="1"/>
          <p:nvPr/>
        </p:nvSpPr>
        <p:spPr>
          <a:xfrm>
            <a:off x="1208657" y="542253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8175BBF8-781A-92CD-61CC-F9D6630DC86C}"/>
              </a:ext>
            </a:extLst>
          </p:cNvPr>
          <p:cNvCxnSpPr>
            <a:cxnSpLocks/>
          </p:cNvCxnSpPr>
          <p:nvPr/>
        </p:nvCxnSpPr>
        <p:spPr>
          <a:xfrm>
            <a:off x="1579143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ipse 80">
            <a:extLst>
              <a:ext uri="{FF2B5EF4-FFF2-40B4-BE49-F238E27FC236}">
                <a16:creationId xmlns:a16="http://schemas.microsoft.com/office/drawing/2014/main" id="{0CE482E6-2C89-8E6E-893E-5DE5E4AD061F}"/>
              </a:ext>
            </a:extLst>
          </p:cNvPr>
          <p:cNvSpPr/>
          <p:nvPr/>
        </p:nvSpPr>
        <p:spPr>
          <a:xfrm>
            <a:off x="1499133" y="534540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07CCB6A5-3419-5A57-85CD-D6D384F101B3}"/>
              </a:ext>
            </a:extLst>
          </p:cNvPr>
          <p:cNvSpPr txBox="1"/>
          <p:nvPr/>
        </p:nvSpPr>
        <p:spPr>
          <a:xfrm>
            <a:off x="3067344" y="5441486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1B4DDC16-79C3-78D5-50E2-85468A088DF1}"/>
              </a:ext>
            </a:extLst>
          </p:cNvPr>
          <p:cNvCxnSpPr>
            <a:cxnSpLocks/>
          </p:cNvCxnSpPr>
          <p:nvPr/>
        </p:nvCxnSpPr>
        <p:spPr>
          <a:xfrm>
            <a:off x="3319894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Elipse 83">
            <a:extLst>
              <a:ext uri="{FF2B5EF4-FFF2-40B4-BE49-F238E27FC236}">
                <a16:creationId xmlns:a16="http://schemas.microsoft.com/office/drawing/2014/main" id="{968EC924-02CB-B4C9-BBA1-E9E422A27DCA}"/>
              </a:ext>
            </a:extLst>
          </p:cNvPr>
          <p:cNvSpPr/>
          <p:nvPr/>
        </p:nvSpPr>
        <p:spPr>
          <a:xfrm>
            <a:off x="3239884" y="536435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EE3D5208-12D1-B816-1C85-D14C405246C4}"/>
              </a:ext>
            </a:extLst>
          </p:cNvPr>
          <p:cNvSpPr txBox="1"/>
          <p:nvPr/>
        </p:nvSpPr>
        <p:spPr>
          <a:xfrm>
            <a:off x="3811846" y="544148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1902B12B-16E7-6EF1-CBDA-92FE9C2DDA66}"/>
              </a:ext>
            </a:extLst>
          </p:cNvPr>
          <p:cNvCxnSpPr>
            <a:cxnSpLocks/>
          </p:cNvCxnSpPr>
          <p:nvPr/>
        </p:nvCxnSpPr>
        <p:spPr>
          <a:xfrm>
            <a:off x="4182332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Elipse 86">
            <a:extLst>
              <a:ext uri="{FF2B5EF4-FFF2-40B4-BE49-F238E27FC236}">
                <a16:creationId xmlns:a16="http://schemas.microsoft.com/office/drawing/2014/main" id="{E69A0B52-BDF0-15FA-003C-77A07F0CCE29}"/>
              </a:ext>
            </a:extLst>
          </p:cNvPr>
          <p:cNvSpPr/>
          <p:nvPr/>
        </p:nvSpPr>
        <p:spPr>
          <a:xfrm>
            <a:off x="4102322" y="536435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78E4E71D-3566-3503-ED68-72DCFBE6F59D}"/>
              </a:ext>
            </a:extLst>
          </p:cNvPr>
          <p:cNvSpPr txBox="1"/>
          <p:nvPr/>
        </p:nvSpPr>
        <p:spPr>
          <a:xfrm>
            <a:off x="11229304" y="4559425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B5ACC5FC-07A9-8762-4870-01E78C35227A}"/>
              </a:ext>
            </a:extLst>
          </p:cNvPr>
          <p:cNvCxnSpPr>
            <a:cxnSpLocks/>
            <a:stCxn id="90" idx="3"/>
          </p:cNvCxnSpPr>
          <p:nvPr/>
        </p:nvCxnSpPr>
        <p:spPr>
          <a:xfrm flipH="1">
            <a:off x="10551924" y="4828966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Elipse 89">
            <a:extLst>
              <a:ext uri="{FF2B5EF4-FFF2-40B4-BE49-F238E27FC236}">
                <a16:creationId xmlns:a16="http://schemas.microsoft.com/office/drawing/2014/main" id="{CB1633E4-9AEC-C528-3B26-32651503947F}"/>
              </a:ext>
            </a:extLst>
          </p:cNvPr>
          <p:cNvSpPr/>
          <p:nvPr/>
        </p:nvSpPr>
        <p:spPr>
          <a:xfrm>
            <a:off x="11038001" y="4697293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0F0507D3-5508-EF1C-9D01-7BFB5A0AABBE}"/>
              </a:ext>
            </a:extLst>
          </p:cNvPr>
          <p:cNvSpPr txBox="1"/>
          <p:nvPr/>
        </p:nvSpPr>
        <p:spPr>
          <a:xfrm>
            <a:off x="11198021" y="4937392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A8FB3FCB-445A-E75A-3A08-68188054C39F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10551924" y="5122058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Elipse 92">
            <a:extLst>
              <a:ext uri="{FF2B5EF4-FFF2-40B4-BE49-F238E27FC236}">
                <a16:creationId xmlns:a16="http://schemas.microsoft.com/office/drawing/2014/main" id="{2A265A1D-3FFF-F129-1A9F-7F5D7BFC5644}"/>
              </a:ext>
            </a:extLst>
          </p:cNvPr>
          <p:cNvSpPr/>
          <p:nvPr/>
        </p:nvSpPr>
        <p:spPr>
          <a:xfrm>
            <a:off x="11022682" y="504492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82EDB2D0-AB44-5FCC-8523-3E6DE8FADC3B}"/>
              </a:ext>
            </a:extLst>
          </p:cNvPr>
          <p:cNvSpPr txBox="1"/>
          <p:nvPr/>
        </p:nvSpPr>
        <p:spPr>
          <a:xfrm>
            <a:off x="5454110" y="3119490"/>
            <a:ext cx="106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semestre</a:t>
            </a:r>
          </a:p>
        </p:txBody>
      </p:sp>
      <p:cxnSp>
        <p:nvCxnSpPr>
          <p:cNvPr id="95" name="Conector reto 94">
            <a:extLst>
              <a:ext uri="{FF2B5EF4-FFF2-40B4-BE49-F238E27FC236}">
                <a16:creationId xmlns:a16="http://schemas.microsoft.com/office/drawing/2014/main" id="{AC2C97D4-99E3-952F-483F-1E6511093F00}"/>
              </a:ext>
            </a:extLst>
          </p:cNvPr>
          <p:cNvCxnSpPr>
            <a:cxnSpLocks/>
          </p:cNvCxnSpPr>
          <p:nvPr/>
        </p:nvCxnSpPr>
        <p:spPr>
          <a:xfrm>
            <a:off x="6185782" y="3465666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Elipse 95">
            <a:extLst>
              <a:ext uri="{FF2B5EF4-FFF2-40B4-BE49-F238E27FC236}">
                <a16:creationId xmlns:a16="http://schemas.microsoft.com/office/drawing/2014/main" id="{1BAEED4C-2308-5329-0128-0435CAE6E78F}"/>
              </a:ext>
            </a:extLst>
          </p:cNvPr>
          <p:cNvSpPr/>
          <p:nvPr/>
        </p:nvSpPr>
        <p:spPr>
          <a:xfrm>
            <a:off x="6124304" y="343460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0DAE87E2-B338-36A5-95C7-719CD745F344}"/>
              </a:ext>
            </a:extLst>
          </p:cNvPr>
          <p:cNvSpPr txBox="1"/>
          <p:nvPr/>
        </p:nvSpPr>
        <p:spPr>
          <a:xfrm>
            <a:off x="6564150" y="312837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nota</a:t>
            </a:r>
          </a:p>
        </p:txBody>
      </p: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90CB4432-EE2C-601C-E32B-333F63719C65}"/>
              </a:ext>
            </a:extLst>
          </p:cNvPr>
          <p:cNvCxnSpPr>
            <a:cxnSpLocks/>
          </p:cNvCxnSpPr>
          <p:nvPr/>
        </p:nvCxnSpPr>
        <p:spPr>
          <a:xfrm>
            <a:off x="6797662" y="3497707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Elipse 98">
            <a:extLst>
              <a:ext uri="{FF2B5EF4-FFF2-40B4-BE49-F238E27FC236}">
                <a16:creationId xmlns:a16="http://schemas.microsoft.com/office/drawing/2014/main" id="{6FC3BE2B-BF7F-DBFB-0537-F075C6B0C8DE}"/>
              </a:ext>
            </a:extLst>
          </p:cNvPr>
          <p:cNvSpPr/>
          <p:nvPr/>
        </p:nvSpPr>
        <p:spPr>
          <a:xfrm>
            <a:off x="6717652" y="34666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E895CABE-30A5-692F-B98A-57C0AA76188A}"/>
              </a:ext>
            </a:extLst>
          </p:cNvPr>
          <p:cNvSpPr txBox="1"/>
          <p:nvPr/>
        </p:nvSpPr>
        <p:spPr>
          <a:xfrm>
            <a:off x="7779863" y="4557840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C45A42A8-CE37-2868-5FDF-44AD904D14F1}"/>
              </a:ext>
            </a:extLst>
          </p:cNvPr>
          <p:cNvCxnSpPr>
            <a:cxnSpLocks/>
            <a:stCxn id="103" idx="3"/>
          </p:cNvCxnSpPr>
          <p:nvPr/>
        </p:nvCxnSpPr>
        <p:spPr>
          <a:xfrm flipH="1">
            <a:off x="7102483" y="4827381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Elipse 102">
            <a:extLst>
              <a:ext uri="{FF2B5EF4-FFF2-40B4-BE49-F238E27FC236}">
                <a16:creationId xmlns:a16="http://schemas.microsoft.com/office/drawing/2014/main" id="{53B0C92D-8697-C68A-EF5C-64FCA1154DBC}"/>
              </a:ext>
            </a:extLst>
          </p:cNvPr>
          <p:cNvSpPr/>
          <p:nvPr/>
        </p:nvSpPr>
        <p:spPr>
          <a:xfrm>
            <a:off x="7588560" y="4695708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0DDFB922-914D-78DB-8346-9FB5E1DA26D9}"/>
              </a:ext>
            </a:extLst>
          </p:cNvPr>
          <p:cNvCxnSpPr>
            <a:cxnSpLocks/>
          </p:cNvCxnSpPr>
          <p:nvPr/>
        </p:nvCxnSpPr>
        <p:spPr>
          <a:xfrm flipV="1">
            <a:off x="5351961" y="6272122"/>
            <a:ext cx="0" cy="150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lipse 104">
            <a:extLst>
              <a:ext uri="{FF2B5EF4-FFF2-40B4-BE49-F238E27FC236}">
                <a16:creationId xmlns:a16="http://schemas.microsoft.com/office/drawing/2014/main" id="{7BB79473-1385-8956-B17B-F988AAFB6FD0}"/>
              </a:ext>
            </a:extLst>
          </p:cNvPr>
          <p:cNvSpPr/>
          <p:nvPr/>
        </p:nvSpPr>
        <p:spPr>
          <a:xfrm>
            <a:off x="5271951" y="635492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E715E67E-5281-0052-80F0-FEF062E56D5E}"/>
              </a:ext>
            </a:extLst>
          </p:cNvPr>
          <p:cNvCxnSpPr>
            <a:cxnSpLocks/>
          </p:cNvCxnSpPr>
          <p:nvPr/>
        </p:nvCxnSpPr>
        <p:spPr>
          <a:xfrm flipV="1">
            <a:off x="7077621" y="6251714"/>
            <a:ext cx="0" cy="171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Elipse 108">
            <a:extLst>
              <a:ext uri="{FF2B5EF4-FFF2-40B4-BE49-F238E27FC236}">
                <a16:creationId xmlns:a16="http://schemas.microsoft.com/office/drawing/2014/main" id="{F6E68E9B-21D3-0369-510F-65C629463D45}"/>
              </a:ext>
            </a:extLst>
          </p:cNvPr>
          <p:cNvSpPr/>
          <p:nvPr/>
        </p:nvSpPr>
        <p:spPr>
          <a:xfrm>
            <a:off x="6997611" y="636776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C776E9C3-6A38-FC15-04AF-BE0CB4107F17}"/>
              </a:ext>
            </a:extLst>
          </p:cNvPr>
          <p:cNvSpPr txBox="1"/>
          <p:nvPr/>
        </p:nvSpPr>
        <p:spPr>
          <a:xfrm>
            <a:off x="8322633" y="573208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B553C3E1-7965-6FC4-AC35-D2F3669D94A0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Depto</a:t>
            </a:r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2AF9AEDD-4555-4679-8A72-FA5F9B87BB73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126" name="CaixaDeTexto 125">
            <a:extLst>
              <a:ext uri="{FF2B5EF4-FFF2-40B4-BE49-F238E27FC236}">
                <a16:creationId xmlns:a16="http://schemas.microsoft.com/office/drawing/2014/main" id="{C53B4EFD-2FCD-B097-411D-53643B96B36D}"/>
              </a:ext>
            </a:extLst>
          </p:cNvPr>
          <p:cNvSpPr txBox="1"/>
          <p:nvPr/>
        </p:nvSpPr>
        <p:spPr>
          <a:xfrm>
            <a:off x="883183" y="4340908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FCF68DF9-D9BB-2F62-39A8-148C3CDED06C}"/>
              </a:ext>
            </a:extLst>
          </p:cNvPr>
          <p:cNvSpPr txBox="1"/>
          <p:nvPr/>
        </p:nvSpPr>
        <p:spPr>
          <a:xfrm>
            <a:off x="3309375" y="4405093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AAEC88CF-EC36-92CD-851E-0A9622697773}"/>
              </a:ext>
            </a:extLst>
          </p:cNvPr>
          <p:cNvSpPr txBox="1"/>
          <p:nvPr/>
        </p:nvSpPr>
        <p:spPr>
          <a:xfrm>
            <a:off x="7757066" y="495909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29" name="Conector reto 128">
            <a:extLst>
              <a:ext uri="{FF2B5EF4-FFF2-40B4-BE49-F238E27FC236}">
                <a16:creationId xmlns:a16="http://schemas.microsoft.com/office/drawing/2014/main" id="{E83C6C9D-0CD0-853A-2BC2-C5CA071BB0CF}"/>
              </a:ext>
            </a:extLst>
          </p:cNvPr>
          <p:cNvCxnSpPr>
            <a:cxnSpLocks/>
            <a:endCxn id="130" idx="2"/>
          </p:cNvCxnSpPr>
          <p:nvPr/>
        </p:nvCxnSpPr>
        <p:spPr>
          <a:xfrm>
            <a:off x="7110969" y="5143757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Elipse 129">
            <a:extLst>
              <a:ext uri="{FF2B5EF4-FFF2-40B4-BE49-F238E27FC236}">
                <a16:creationId xmlns:a16="http://schemas.microsoft.com/office/drawing/2014/main" id="{4005711B-CE1E-F7FD-98CE-56446E663605}"/>
              </a:ext>
            </a:extLst>
          </p:cNvPr>
          <p:cNvSpPr/>
          <p:nvPr/>
        </p:nvSpPr>
        <p:spPr>
          <a:xfrm>
            <a:off x="7581727" y="506662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88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disciplina da UnB possui código e nome e está vinculada a um único departamento que também tem código e nome. Um aluno pode se matricular em várias disciplinas e uma disciplina tem que ter pelo menos um aluno e no máximo um professor. Este aluno pode ser de graduação ou pós-graduação. Para o aluno de pós-graduação é necessário saber sua titulação e para o aluno de graduação a forma de ingresso na UnB.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aluno de pós-graduação está vinculado à apenas um professor/orientador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possui matricula e nome.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orientador, por sua vez, poderá ter vários orientandos 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está vinculado à um único departamento e ministra pelo menos 1 disciplina. Para cada disciplina cursada por um aluno é necessário saber o semestre cursado, nota final obtida e o professor que ministrou. 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FA6E6D0-1707-1ABC-EE94-36DD13F7B3E3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Disciplina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AAA5C545-12C9-0853-A156-B6B9F45160F0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CB9FDF03-8F6E-9E82-6FF5-3E024FBCAFF1}"/>
              </a:ext>
            </a:extLst>
          </p:cNvPr>
          <p:cNvSpPr txBox="1"/>
          <p:nvPr/>
        </p:nvSpPr>
        <p:spPr>
          <a:xfrm>
            <a:off x="464155" y="5422532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21EF4247-DB94-08B9-9207-ACFA44C7F527}"/>
              </a:ext>
            </a:extLst>
          </p:cNvPr>
          <p:cNvSpPr txBox="1"/>
          <p:nvPr/>
        </p:nvSpPr>
        <p:spPr>
          <a:xfrm>
            <a:off x="5091975" y="5902790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Graduação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CB37BBA-90E2-119D-3CC6-58DA9E343456}"/>
              </a:ext>
            </a:extLst>
          </p:cNvPr>
          <p:cNvSpPr txBox="1"/>
          <p:nvPr/>
        </p:nvSpPr>
        <p:spPr>
          <a:xfrm>
            <a:off x="6638738" y="5882382"/>
            <a:ext cx="1701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</a:t>
            </a:r>
          </a:p>
        </p:txBody>
      </p:sp>
      <p:sp>
        <p:nvSpPr>
          <p:cNvPr id="74" name="Triângulo isósceles 73">
            <a:extLst>
              <a:ext uri="{FF2B5EF4-FFF2-40B4-BE49-F238E27FC236}">
                <a16:creationId xmlns:a16="http://schemas.microsoft.com/office/drawing/2014/main" id="{5C3C466F-4DCB-A671-4831-EEE224E7F02F}"/>
              </a:ext>
            </a:extLst>
          </p:cNvPr>
          <p:cNvSpPr/>
          <p:nvPr/>
        </p:nvSpPr>
        <p:spPr>
          <a:xfrm>
            <a:off x="6239235" y="5335763"/>
            <a:ext cx="492596" cy="36933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2AB32BCB-29AC-8E94-0CE7-EA1BDDB2B85C}"/>
              </a:ext>
            </a:extLst>
          </p:cNvPr>
          <p:cNvCxnSpPr>
            <a:cxnSpLocks/>
            <a:stCxn id="72" idx="0"/>
            <a:endCxn id="74" idx="2"/>
          </p:cNvCxnSpPr>
          <p:nvPr/>
        </p:nvCxnSpPr>
        <p:spPr>
          <a:xfrm flipV="1">
            <a:off x="5704725" y="5705094"/>
            <a:ext cx="534510" cy="19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40BF5CE0-6CFF-971C-4FA3-B6F37FE5C760}"/>
              </a:ext>
            </a:extLst>
          </p:cNvPr>
          <p:cNvCxnSpPr>
            <a:cxnSpLocks/>
            <a:stCxn id="73" idx="0"/>
            <a:endCxn id="74" idx="4"/>
          </p:cNvCxnSpPr>
          <p:nvPr/>
        </p:nvCxnSpPr>
        <p:spPr>
          <a:xfrm flipH="1" flipV="1">
            <a:off x="6731831" y="5705094"/>
            <a:ext cx="757684" cy="17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6A23628C-6219-6B73-9145-2E41B9A8A081}"/>
              </a:ext>
            </a:extLst>
          </p:cNvPr>
          <p:cNvCxnSpPr>
            <a:cxnSpLocks/>
            <a:stCxn id="74" idx="0"/>
            <a:endCxn id="69" idx="2"/>
          </p:cNvCxnSpPr>
          <p:nvPr/>
        </p:nvCxnSpPr>
        <p:spPr>
          <a:xfrm flipV="1">
            <a:off x="6485533" y="5190941"/>
            <a:ext cx="12686" cy="144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6C727ED5-94ED-6A3C-FE52-FF187B9AAFEF}"/>
              </a:ext>
            </a:extLst>
          </p:cNvPr>
          <p:cNvSpPr txBox="1"/>
          <p:nvPr/>
        </p:nvSpPr>
        <p:spPr>
          <a:xfrm>
            <a:off x="6911916" y="6484189"/>
            <a:ext cx="122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tit</a:t>
            </a:r>
            <a:endParaRPr lang="pt-BR" sz="1400" dirty="0"/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B1EB5C15-C86C-64A6-3663-B3EEFF1FF681}"/>
              </a:ext>
            </a:extLst>
          </p:cNvPr>
          <p:cNvSpPr txBox="1"/>
          <p:nvPr/>
        </p:nvSpPr>
        <p:spPr>
          <a:xfrm>
            <a:off x="4946276" y="6487307"/>
            <a:ext cx="1710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ingresso</a:t>
            </a:r>
          </a:p>
        </p:txBody>
      </p:sp>
      <p:sp>
        <p:nvSpPr>
          <p:cNvPr id="80" name="Losango 79">
            <a:extLst>
              <a:ext uri="{FF2B5EF4-FFF2-40B4-BE49-F238E27FC236}">
                <a16:creationId xmlns:a16="http://schemas.microsoft.com/office/drawing/2014/main" id="{7FD68EAD-CA9D-108F-59ED-8A15F9505366}"/>
              </a:ext>
            </a:extLst>
          </p:cNvPr>
          <p:cNvSpPr/>
          <p:nvPr/>
        </p:nvSpPr>
        <p:spPr>
          <a:xfrm>
            <a:off x="1903487" y="3903573"/>
            <a:ext cx="1061385" cy="70161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: Angulado 80">
            <a:extLst>
              <a:ext uri="{FF2B5EF4-FFF2-40B4-BE49-F238E27FC236}">
                <a16:creationId xmlns:a16="http://schemas.microsoft.com/office/drawing/2014/main" id="{0D58C81F-0D91-AB6A-5A56-00FFE96D73DB}"/>
              </a:ext>
            </a:extLst>
          </p:cNvPr>
          <p:cNvCxnSpPr>
            <a:cxnSpLocks/>
          </p:cNvCxnSpPr>
          <p:nvPr/>
        </p:nvCxnSpPr>
        <p:spPr>
          <a:xfrm>
            <a:off x="2964872" y="4254381"/>
            <a:ext cx="574837" cy="5200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: Angulado 81">
            <a:extLst>
              <a:ext uri="{FF2B5EF4-FFF2-40B4-BE49-F238E27FC236}">
                <a16:creationId xmlns:a16="http://schemas.microsoft.com/office/drawing/2014/main" id="{B74A89B2-A279-578A-020F-4453A9D91E33}"/>
              </a:ext>
            </a:extLst>
          </p:cNvPr>
          <p:cNvCxnSpPr>
            <a:cxnSpLocks/>
            <a:stCxn id="80" idx="1"/>
          </p:cNvCxnSpPr>
          <p:nvPr/>
        </p:nvCxnSpPr>
        <p:spPr>
          <a:xfrm rot="10800000" flipV="1">
            <a:off x="1208657" y="4254382"/>
            <a:ext cx="694831" cy="4983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E6F89E6-283B-8292-DD04-C734CAB631CB}"/>
              </a:ext>
            </a:extLst>
          </p:cNvPr>
          <p:cNvSpPr txBox="1"/>
          <p:nvPr/>
        </p:nvSpPr>
        <p:spPr>
          <a:xfrm>
            <a:off x="1982677" y="4061958"/>
            <a:ext cx="136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vinculada</a:t>
            </a:r>
          </a:p>
        </p:txBody>
      </p:sp>
      <p:sp>
        <p:nvSpPr>
          <p:cNvPr id="84" name="Losango 83">
            <a:extLst>
              <a:ext uri="{FF2B5EF4-FFF2-40B4-BE49-F238E27FC236}">
                <a16:creationId xmlns:a16="http://schemas.microsoft.com/office/drawing/2014/main" id="{752B93CB-70FC-FE8F-7DFE-7F72289AD342}"/>
              </a:ext>
            </a:extLst>
          </p:cNvPr>
          <p:cNvSpPr/>
          <p:nvPr/>
        </p:nvSpPr>
        <p:spPr>
          <a:xfrm>
            <a:off x="5964267" y="3659144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5" name="Conector: Angulado 84">
            <a:extLst>
              <a:ext uri="{FF2B5EF4-FFF2-40B4-BE49-F238E27FC236}">
                <a16:creationId xmlns:a16="http://schemas.microsoft.com/office/drawing/2014/main" id="{3CB87C2C-7B46-5666-BE9D-07BCCACEECCC}"/>
              </a:ext>
            </a:extLst>
          </p:cNvPr>
          <p:cNvCxnSpPr>
            <a:cxnSpLocks/>
            <a:stCxn id="84" idx="1"/>
            <a:endCxn id="68" idx="0"/>
          </p:cNvCxnSpPr>
          <p:nvPr/>
        </p:nvCxnSpPr>
        <p:spPr>
          <a:xfrm rot="10800000" flipV="1">
            <a:off x="3811847" y="4013683"/>
            <a:ext cx="2152421" cy="7607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: Angulado 85">
            <a:extLst>
              <a:ext uri="{FF2B5EF4-FFF2-40B4-BE49-F238E27FC236}">
                <a16:creationId xmlns:a16="http://schemas.microsoft.com/office/drawing/2014/main" id="{A04F66D4-0233-6F67-FF9A-1D3CD1F2D300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7025652" y="4013683"/>
            <a:ext cx="2924130" cy="8085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Angulado 86">
            <a:extLst>
              <a:ext uri="{FF2B5EF4-FFF2-40B4-BE49-F238E27FC236}">
                <a16:creationId xmlns:a16="http://schemas.microsoft.com/office/drawing/2014/main" id="{2FDDFD21-BA12-1A52-8DD5-EF21C69FBDF9}"/>
              </a:ext>
            </a:extLst>
          </p:cNvPr>
          <p:cNvCxnSpPr>
            <a:cxnSpLocks/>
            <a:stCxn id="84" idx="2"/>
            <a:endCxn id="69" idx="0"/>
          </p:cNvCxnSpPr>
          <p:nvPr/>
        </p:nvCxnSpPr>
        <p:spPr>
          <a:xfrm rot="16200000" flipH="1">
            <a:off x="6269896" y="4593285"/>
            <a:ext cx="453387" cy="3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8AA97017-63B2-1E25-9768-EE0389E12413}"/>
              </a:ext>
            </a:extLst>
          </p:cNvPr>
          <p:cNvSpPr txBox="1"/>
          <p:nvPr/>
        </p:nvSpPr>
        <p:spPr>
          <a:xfrm>
            <a:off x="6139257" y="3808010"/>
            <a:ext cx="77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cursa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A3AB5BEE-2F1F-5754-4EBE-8C86C4706F60}"/>
              </a:ext>
            </a:extLst>
          </p:cNvPr>
          <p:cNvSpPr txBox="1"/>
          <p:nvPr/>
        </p:nvSpPr>
        <p:spPr>
          <a:xfrm>
            <a:off x="9638018" y="451440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766B356C-BF7D-143A-8D2C-567ECB67FEAF}"/>
              </a:ext>
            </a:extLst>
          </p:cNvPr>
          <p:cNvSpPr txBox="1"/>
          <p:nvPr/>
        </p:nvSpPr>
        <p:spPr>
          <a:xfrm>
            <a:off x="3784579" y="445307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36F00936-DB91-D6F2-852C-7F05A379F6E2}"/>
              </a:ext>
            </a:extLst>
          </p:cNvPr>
          <p:cNvSpPr txBox="1"/>
          <p:nvPr/>
        </p:nvSpPr>
        <p:spPr>
          <a:xfrm>
            <a:off x="6501281" y="444606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DC2C9A21-1929-E88D-E1A0-17EC8BC4FB11}"/>
              </a:ext>
            </a:extLst>
          </p:cNvPr>
          <p:cNvCxnSpPr>
            <a:cxnSpLocks/>
          </p:cNvCxnSpPr>
          <p:nvPr/>
        </p:nvCxnSpPr>
        <p:spPr>
          <a:xfrm>
            <a:off x="716705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Elipse 92">
            <a:extLst>
              <a:ext uri="{FF2B5EF4-FFF2-40B4-BE49-F238E27FC236}">
                <a16:creationId xmlns:a16="http://schemas.microsoft.com/office/drawing/2014/main" id="{8E8BC6F1-F486-6956-77C3-B1FF5C47BA13}"/>
              </a:ext>
            </a:extLst>
          </p:cNvPr>
          <p:cNvSpPr/>
          <p:nvPr/>
        </p:nvSpPr>
        <p:spPr>
          <a:xfrm>
            <a:off x="636695" y="534540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ED2F7631-BC35-46EE-916C-C45930E0DA2A}"/>
              </a:ext>
            </a:extLst>
          </p:cNvPr>
          <p:cNvSpPr txBox="1"/>
          <p:nvPr/>
        </p:nvSpPr>
        <p:spPr>
          <a:xfrm>
            <a:off x="1208657" y="542253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95" name="Conector reto 94">
            <a:extLst>
              <a:ext uri="{FF2B5EF4-FFF2-40B4-BE49-F238E27FC236}">
                <a16:creationId xmlns:a16="http://schemas.microsoft.com/office/drawing/2014/main" id="{97659D5A-6BCD-68ED-AB0E-CFA1770B2230}"/>
              </a:ext>
            </a:extLst>
          </p:cNvPr>
          <p:cNvCxnSpPr>
            <a:cxnSpLocks/>
          </p:cNvCxnSpPr>
          <p:nvPr/>
        </p:nvCxnSpPr>
        <p:spPr>
          <a:xfrm>
            <a:off x="1579143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Elipse 95">
            <a:extLst>
              <a:ext uri="{FF2B5EF4-FFF2-40B4-BE49-F238E27FC236}">
                <a16:creationId xmlns:a16="http://schemas.microsoft.com/office/drawing/2014/main" id="{366E7431-A59F-8AD6-A43A-12EB3A60B27D}"/>
              </a:ext>
            </a:extLst>
          </p:cNvPr>
          <p:cNvSpPr/>
          <p:nvPr/>
        </p:nvSpPr>
        <p:spPr>
          <a:xfrm>
            <a:off x="1499133" y="534540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22A9BE40-A41A-971B-C7D5-5525F4E124B6}"/>
              </a:ext>
            </a:extLst>
          </p:cNvPr>
          <p:cNvSpPr txBox="1"/>
          <p:nvPr/>
        </p:nvSpPr>
        <p:spPr>
          <a:xfrm>
            <a:off x="3067344" y="5441486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48896CBD-F664-6589-9637-F4B03787B011}"/>
              </a:ext>
            </a:extLst>
          </p:cNvPr>
          <p:cNvCxnSpPr>
            <a:cxnSpLocks/>
          </p:cNvCxnSpPr>
          <p:nvPr/>
        </p:nvCxnSpPr>
        <p:spPr>
          <a:xfrm>
            <a:off x="3319894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Elipse 98">
            <a:extLst>
              <a:ext uri="{FF2B5EF4-FFF2-40B4-BE49-F238E27FC236}">
                <a16:creationId xmlns:a16="http://schemas.microsoft.com/office/drawing/2014/main" id="{A3E3481B-E73F-D0B6-F1B4-EF93B7000CE9}"/>
              </a:ext>
            </a:extLst>
          </p:cNvPr>
          <p:cNvSpPr/>
          <p:nvPr/>
        </p:nvSpPr>
        <p:spPr>
          <a:xfrm>
            <a:off x="3239884" y="536435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8B9957E3-D36E-E300-A6F8-C676A6BD6C21}"/>
              </a:ext>
            </a:extLst>
          </p:cNvPr>
          <p:cNvSpPr txBox="1"/>
          <p:nvPr/>
        </p:nvSpPr>
        <p:spPr>
          <a:xfrm>
            <a:off x="3811846" y="544148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01" name="Conector reto 100">
            <a:extLst>
              <a:ext uri="{FF2B5EF4-FFF2-40B4-BE49-F238E27FC236}">
                <a16:creationId xmlns:a16="http://schemas.microsoft.com/office/drawing/2014/main" id="{BD1502A1-4FAB-3D1F-8534-DD04B6747570}"/>
              </a:ext>
            </a:extLst>
          </p:cNvPr>
          <p:cNvCxnSpPr>
            <a:cxnSpLocks/>
          </p:cNvCxnSpPr>
          <p:nvPr/>
        </p:nvCxnSpPr>
        <p:spPr>
          <a:xfrm>
            <a:off x="4182332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Elipse 101">
            <a:extLst>
              <a:ext uri="{FF2B5EF4-FFF2-40B4-BE49-F238E27FC236}">
                <a16:creationId xmlns:a16="http://schemas.microsoft.com/office/drawing/2014/main" id="{39ADADB4-71BF-C9D4-335D-D168E9B06450}"/>
              </a:ext>
            </a:extLst>
          </p:cNvPr>
          <p:cNvSpPr/>
          <p:nvPr/>
        </p:nvSpPr>
        <p:spPr>
          <a:xfrm>
            <a:off x="4102322" y="536435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2A4BB34F-0B47-CE77-7A8F-16B075CA54B5}"/>
              </a:ext>
            </a:extLst>
          </p:cNvPr>
          <p:cNvSpPr txBox="1"/>
          <p:nvPr/>
        </p:nvSpPr>
        <p:spPr>
          <a:xfrm>
            <a:off x="11229304" y="4559425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E400F8EE-6CB6-CE88-0255-E2CA3C67778F}"/>
              </a:ext>
            </a:extLst>
          </p:cNvPr>
          <p:cNvCxnSpPr>
            <a:cxnSpLocks/>
            <a:stCxn id="105" idx="3"/>
          </p:cNvCxnSpPr>
          <p:nvPr/>
        </p:nvCxnSpPr>
        <p:spPr>
          <a:xfrm flipH="1">
            <a:off x="10551924" y="4828966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lipse 104">
            <a:extLst>
              <a:ext uri="{FF2B5EF4-FFF2-40B4-BE49-F238E27FC236}">
                <a16:creationId xmlns:a16="http://schemas.microsoft.com/office/drawing/2014/main" id="{17128FD3-F063-8841-8F7A-561BD9314FAD}"/>
              </a:ext>
            </a:extLst>
          </p:cNvPr>
          <p:cNvSpPr/>
          <p:nvPr/>
        </p:nvSpPr>
        <p:spPr>
          <a:xfrm>
            <a:off x="11038001" y="4697293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185DB3D3-E09F-03D2-3C18-A3E1206E9C8F}"/>
              </a:ext>
            </a:extLst>
          </p:cNvPr>
          <p:cNvSpPr txBox="1"/>
          <p:nvPr/>
        </p:nvSpPr>
        <p:spPr>
          <a:xfrm>
            <a:off x="11198021" y="4937392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09" name="Conector reto 108">
            <a:extLst>
              <a:ext uri="{FF2B5EF4-FFF2-40B4-BE49-F238E27FC236}">
                <a16:creationId xmlns:a16="http://schemas.microsoft.com/office/drawing/2014/main" id="{B5D62131-102F-DFF6-08F6-DA5E9D6EEFED}"/>
              </a:ext>
            </a:extLst>
          </p:cNvPr>
          <p:cNvCxnSpPr>
            <a:cxnSpLocks/>
            <a:endCxn id="110" idx="2"/>
          </p:cNvCxnSpPr>
          <p:nvPr/>
        </p:nvCxnSpPr>
        <p:spPr>
          <a:xfrm>
            <a:off x="10551924" y="5122058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Elipse 109">
            <a:extLst>
              <a:ext uri="{FF2B5EF4-FFF2-40B4-BE49-F238E27FC236}">
                <a16:creationId xmlns:a16="http://schemas.microsoft.com/office/drawing/2014/main" id="{4FB7182B-0181-96F4-20FB-07527107B6AD}"/>
              </a:ext>
            </a:extLst>
          </p:cNvPr>
          <p:cNvSpPr/>
          <p:nvPr/>
        </p:nvSpPr>
        <p:spPr>
          <a:xfrm>
            <a:off x="11022682" y="504492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4EB22B79-6B65-007E-FB74-D9CD7113070D}"/>
              </a:ext>
            </a:extLst>
          </p:cNvPr>
          <p:cNvSpPr txBox="1"/>
          <p:nvPr/>
        </p:nvSpPr>
        <p:spPr>
          <a:xfrm>
            <a:off x="5454110" y="3119490"/>
            <a:ext cx="106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semestre</a:t>
            </a:r>
          </a:p>
        </p:txBody>
      </p: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E86AD201-8806-6F14-283F-F2DE9D0DAF98}"/>
              </a:ext>
            </a:extLst>
          </p:cNvPr>
          <p:cNvCxnSpPr>
            <a:cxnSpLocks/>
          </p:cNvCxnSpPr>
          <p:nvPr/>
        </p:nvCxnSpPr>
        <p:spPr>
          <a:xfrm>
            <a:off x="6185782" y="3465666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Elipse 112">
            <a:extLst>
              <a:ext uri="{FF2B5EF4-FFF2-40B4-BE49-F238E27FC236}">
                <a16:creationId xmlns:a16="http://schemas.microsoft.com/office/drawing/2014/main" id="{8BD4DED4-320B-570B-7CC4-CB845017413C}"/>
              </a:ext>
            </a:extLst>
          </p:cNvPr>
          <p:cNvSpPr/>
          <p:nvPr/>
        </p:nvSpPr>
        <p:spPr>
          <a:xfrm>
            <a:off x="6124304" y="343460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79645C85-9276-3F35-3F58-470AA71CE9CB}"/>
              </a:ext>
            </a:extLst>
          </p:cNvPr>
          <p:cNvSpPr txBox="1"/>
          <p:nvPr/>
        </p:nvSpPr>
        <p:spPr>
          <a:xfrm>
            <a:off x="6564150" y="312837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nota</a:t>
            </a:r>
          </a:p>
        </p:txBody>
      </p:sp>
      <p:cxnSp>
        <p:nvCxnSpPr>
          <p:cNvPr id="115" name="Conector reto 114">
            <a:extLst>
              <a:ext uri="{FF2B5EF4-FFF2-40B4-BE49-F238E27FC236}">
                <a16:creationId xmlns:a16="http://schemas.microsoft.com/office/drawing/2014/main" id="{54C9447B-A407-7D44-EBAD-A28E261C5C28}"/>
              </a:ext>
            </a:extLst>
          </p:cNvPr>
          <p:cNvCxnSpPr>
            <a:cxnSpLocks/>
          </p:cNvCxnSpPr>
          <p:nvPr/>
        </p:nvCxnSpPr>
        <p:spPr>
          <a:xfrm>
            <a:off x="6797662" y="3497707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>
            <a:extLst>
              <a:ext uri="{FF2B5EF4-FFF2-40B4-BE49-F238E27FC236}">
                <a16:creationId xmlns:a16="http://schemas.microsoft.com/office/drawing/2014/main" id="{AE86C113-6FC9-D772-0261-A852C751352F}"/>
              </a:ext>
            </a:extLst>
          </p:cNvPr>
          <p:cNvSpPr/>
          <p:nvPr/>
        </p:nvSpPr>
        <p:spPr>
          <a:xfrm>
            <a:off x="6717652" y="34666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" name="Losango 116">
            <a:extLst>
              <a:ext uri="{FF2B5EF4-FFF2-40B4-BE49-F238E27FC236}">
                <a16:creationId xmlns:a16="http://schemas.microsoft.com/office/drawing/2014/main" id="{9DBA6925-CCF8-4885-397D-E903021B60FD}"/>
              </a:ext>
            </a:extLst>
          </p:cNvPr>
          <p:cNvSpPr/>
          <p:nvPr/>
        </p:nvSpPr>
        <p:spPr>
          <a:xfrm>
            <a:off x="9475206" y="5732088"/>
            <a:ext cx="958788" cy="672327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BFC441C1-BA3B-B6F9-F0CA-D3370D35E82C}"/>
              </a:ext>
            </a:extLst>
          </p:cNvPr>
          <p:cNvSpPr txBox="1"/>
          <p:nvPr/>
        </p:nvSpPr>
        <p:spPr>
          <a:xfrm>
            <a:off x="7779863" y="4557840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119" name="Conector reto 118">
            <a:extLst>
              <a:ext uri="{FF2B5EF4-FFF2-40B4-BE49-F238E27FC236}">
                <a16:creationId xmlns:a16="http://schemas.microsoft.com/office/drawing/2014/main" id="{F0A26457-D341-9368-AEB6-B03B06DB86D0}"/>
              </a:ext>
            </a:extLst>
          </p:cNvPr>
          <p:cNvCxnSpPr>
            <a:cxnSpLocks/>
            <a:stCxn id="120" idx="3"/>
          </p:cNvCxnSpPr>
          <p:nvPr/>
        </p:nvCxnSpPr>
        <p:spPr>
          <a:xfrm flipH="1">
            <a:off x="7102483" y="4827381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Elipse 119">
            <a:extLst>
              <a:ext uri="{FF2B5EF4-FFF2-40B4-BE49-F238E27FC236}">
                <a16:creationId xmlns:a16="http://schemas.microsoft.com/office/drawing/2014/main" id="{7159DDE0-5293-C60E-2BFB-53C6DE4F9729}"/>
              </a:ext>
            </a:extLst>
          </p:cNvPr>
          <p:cNvSpPr/>
          <p:nvPr/>
        </p:nvSpPr>
        <p:spPr>
          <a:xfrm>
            <a:off x="7588560" y="4695708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E7BAEA9D-CC3D-5E0C-1996-C5D71A6573F6}"/>
              </a:ext>
            </a:extLst>
          </p:cNvPr>
          <p:cNvCxnSpPr>
            <a:cxnSpLocks/>
          </p:cNvCxnSpPr>
          <p:nvPr/>
        </p:nvCxnSpPr>
        <p:spPr>
          <a:xfrm flipV="1">
            <a:off x="5351961" y="6272122"/>
            <a:ext cx="0" cy="150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Elipse 121">
            <a:extLst>
              <a:ext uri="{FF2B5EF4-FFF2-40B4-BE49-F238E27FC236}">
                <a16:creationId xmlns:a16="http://schemas.microsoft.com/office/drawing/2014/main" id="{69876C27-92DE-DDD9-42A7-818D87ED8538}"/>
              </a:ext>
            </a:extLst>
          </p:cNvPr>
          <p:cNvSpPr/>
          <p:nvPr/>
        </p:nvSpPr>
        <p:spPr>
          <a:xfrm>
            <a:off x="5271951" y="635492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3" name="Conector reto 122">
            <a:extLst>
              <a:ext uri="{FF2B5EF4-FFF2-40B4-BE49-F238E27FC236}">
                <a16:creationId xmlns:a16="http://schemas.microsoft.com/office/drawing/2014/main" id="{A559CE93-D940-80FD-5B94-A64679870209}"/>
              </a:ext>
            </a:extLst>
          </p:cNvPr>
          <p:cNvCxnSpPr>
            <a:cxnSpLocks/>
          </p:cNvCxnSpPr>
          <p:nvPr/>
        </p:nvCxnSpPr>
        <p:spPr>
          <a:xfrm flipV="1">
            <a:off x="7077621" y="6251714"/>
            <a:ext cx="0" cy="171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Elipse 125">
            <a:extLst>
              <a:ext uri="{FF2B5EF4-FFF2-40B4-BE49-F238E27FC236}">
                <a16:creationId xmlns:a16="http://schemas.microsoft.com/office/drawing/2014/main" id="{3C250CDA-2E11-F9A9-892B-61670B641D62}"/>
              </a:ext>
            </a:extLst>
          </p:cNvPr>
          <p:cNvSpPr/>
          <p:nvPr/>
        </p:nvSpPr>
        <p:spPr>
          <a:xfrm>
            <a:off x="6997611" y="636776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B770BF51-E2B1-B718-E618-1945CFBAB45F}"/>
              </a:ext>
            </a:extLst>
          </p:cNvPr>
          <p:cNvSpPr txBox="1"/>
          <p:nvPr/>
        </p:nvSpPr>
        <p:spPr>
          <a:xfrm>
            <a:off x="9545269" y="5868547"/>
            <a:ext cx="95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orienta</a:t>
            </a:r>
          </a:p>
        </p:txBody>
      </p:sp>
      <p:cxnSp>
        <p:nvCxnSpPr>
          <p:cNvPr id="128" name="Conector: Angulado 127">
            <a:extLst>
              <a:ext uri="{FF2B5EF4-FFF2-40B4-BE49-F238E27FC236}">
                <a16:creationId xmlns:a16="http://schemas.microsoft.com/office/drawing/2014/main" id="{54CC20F8-1CEB-D79C-D773-3D85AE92D8EA}"/>
              </a:ext>
            </a:extLst>
          </p:cNvPr>
          <p:cNvCxnSpPr>
            <a:stCxn id="73" idx="3"/>
            <a:endCxn id="117" idx="1"/>
          </p:cNvCxnSpPr>
          <p:nvPr/>
        </p:nvCxnSpPr>
        <p:spPr>
          <a:xfrm>
            <a:off x="8340291" y="6067048"/>
            <a:ext cx="1134915" cy="12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: Angulado 128">
            <a:extLst>
              <a:ext uri="{FF2B5EF4-FFF2-40B4-BE49-F238E27FC236}">
                <a16:creationId xmlns:a16="http://schemas.microsoft.com/office/drawing/2014/main" id="{7D5AA392-09EC-9ABC-71F4-8995C73B9F60}"/>
              </a:ext>
            </a:extLst>
          </p:cNvPr>
          <p:cNvCxnSpPr>
            <a:cxnSpLocks/>
            <a:stCxn id="117" idx="0"/>
          </p:cNvCxnSpPr>
          <p:nvPr/>
        </p:nvCxnSpPr>
        <p:spPr>
          <a:xfrm rot="16200000" flipV="1">
            <a:off x="9681938" y="5459426"/>
            <a:ext cx="540507" cy="481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CaixaDeTexto 129">
            <a:extLst>
              <a:ext uri="{FF2B5EF4-FFF2-40B4-BE49-F238E27FC236}">
                <a16:creationId xmlns:a16="http://schemas.microsoft.com/office/drawing/2014/main" id="{3EB58362-D9CF-FD2F-9426-723DC5964842}"/>
              </a:ext>
            </a:extLst>
          </p:cNvPr>
          <p:cNvSpPr txBox="1"/>
          <p:nvPr/>
        </p:nvSpPr>
        <p:spPr>
          <a:xfrm>
            <a:off x="9534939" y="522629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1,1</a:t>
            </a:r>
          </a:p>
        </p:txBody>
      </p: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8EDB5E52-6F65-59F3-9306-7DBECE021966}"/>
              </a:ext>
            </a:extLst>
          </p:cNvPr>
          <p:cNvSpPr txBox="1"/>
          <p:nvPr/>
        </p:nvSpPr>
        <p:spPr>
          <a:xfrm>
            <a:off x="8322633" y="573208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36" name="CaixaDeTexto 135">
            <a:extLst>
              <a:ext uri="{FF2B5EF4-FFF2-40B4-BE49-F238E27FC236}">
                <a16:creationId xmlns:a16="http://schemas.microsoft.com/office/drawing/2014/main" id="{06773194-9E54-A57B-4947-974E460D40D6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Depto</a:t>
            </a:r>
          </a:p>
        </p:txBody>
      </p:sp>
      <p:sp>
        <p:nvSpPr>
          <p:cNvPr id="139" name="CaixaDeTexto 138">
            <a:extLst>
              <a:ext uri="{FF2B5EF4-FFF2-40B4-BE49-F238E27FC236}">
                <a16:creationId xmlns:a16="http://schemas.microsoft.com/office/drawing/2014/main" id="{9EFA7F53-2BEE-A4C7-363D-8BBB4FAB154D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6A4D8D70-5328-9C40-446A-06D1C35EECAC}"/>
              </a:ext>
            </a:extLst>
          </p:cNvPr>
          <p:cNvSpPr txBox="1"/>
          <p:nvPr/>
        </p:nvSpPr>
        <p:spPr>
          <a:xfrm>
            <a:off x="883183" y="4340908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6B5430E2-FAA1-AD4E-29E0-D0C0C190F99E}"/>
              </a:ext>
            </a:extLst>
          </p:cNvPr>
          <p:cNvSpPr txBox="1"/>
          <p:nvPr/>
        </p:nvSpPr>
        <p:spPr>
          <a:xfrm>
            <a:off x="3309375" y="4405093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41565895-D665-7707-F6E5-994B96880357}"/>
              </a:ext>
            </a:extLst>
          </p:cNvPr>
          <p:cNvSpPr txBox="1"/>
          <p:nvPr/>
        </p:nvSpPr>
        <p:spPr>
          <a:xfrm>
            <a:off x="7757066" y="495909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43" name="Conector reto 142">
            <a:extLst>
              <a:ext uri="{FF2B5EF4-FFF2-40B4-BE49-F238E27FC236}">
                <a16:creationId xmlns:a16="http://schemas.microsoft.com/office/drawing/2014/main" id="{6C63B2FF-2E33-A401-C04D-A1748B0E3C4B}"/>
              </a:ext>
            </a:extLst>
          </p:cNvPr>
          <p:cNvCxnSpPr>
            <a:cxnSpLocks/>
            <a:endCxn id="144" idx="2"/>
          </p:cNvCxnSpPr>
          <p:nvPr/>
        </p:nvCxnSpPr>
        <p:spPr>
          <a:xfrm>
            <a:off x="7110969" y="5143757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Elipse 143">
            <a:extLst>
              <a:ext uri="{FF2B5EF4-FFF2-40B4-BE49-F238E27FC236}">
                <a16:creationId xmlns:a16="http://schemas.microsoft.com/office/drawing/2014/main" id="{C9EE9DEC-BE1B-3B70-6B20-EE79601CECF6}"/>
              </a:ext>
            </a:extLst>
          </p:cNvPr>
          <p:cNvSpPr/>
          <p:nvPr/>
        </p:nvSpPr>
        <p:spPr>
          <a:xfrm>
            <a:off x="7581727" y="506662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73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disciplina da UnB possui código e nome e está vinculada a um único departamento que também tem código e nome. Um aluno pode se matricular em várias disciplinas e uma disciplina tem que ter pelo menos um aluno e no máximo um professor. Este aluno pode ser de graduação ou pós-graduação. Para o aluno de pós-graduação é necessário saber sua titulação e para o aluno de graduação a forma de ingresso na UnB. O aluno de pós-graduação está vinculado à apenas um professor/orientador que possui matricula e nome.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orientador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por sua vez, poderá ter vários orientandos e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está vinculado à um único departamento e ministra pelo menos 1 disciplina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Para cada disciplina cursada por um aluno é necessário saber o semestre cursado, nota final obtida e o professor que ministrou.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EA069A-E909-1618-A7FB-8951E12486BA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Disciplina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13511BD-46EC-2F7B-9BF0-347DA4400F4D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68411B6-98E5-67ED-5F46-1561DFFAAFCB}"/>
              </a:ext>
            </a:extLst>
          </p:cNvPr>
          <p:cNvSpPr txBox="1"/>
          <p:nvPr/>
        </p:nvSpPr>
        <p:spPr>
          <a:xfrm>
            <a:off x="464155" y="5422532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5BE87BE-92D5-E86F-536B-7E0972FC3B2C}"/>
              </a:ext>
            </a:extLst>
          </p:cNvPr>
          <p:cNvSpPr txBox="1"/>
          <p:nvPr/>
        </p:nvSpPr>
        <p:spPr>
          <a:xfrm>
            <a:off x="5091975" y="5902790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Graduação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74C714-095A-3F19-53DD-540DA557174A}"/>
              </a:ext>
            </a:extLst>
          </p:cNvPr>
          <p:cNvSpPr txBox="1"/>
          <p:nvPr/>
        </p:nvSpPr>
        <p:spPr>
          <a:xfrm>
            <a:off x="6638738" y="5882382"/>
            <a:ext cx="1701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</a:t>
            </a:r>
          </a:p>
        </p:txBody>
      </p:sp>
      <p:sp>
        <p:nvSpPr>
          <p:cNvPr id="29" name="Triângulo isósceles 28">
            <a:extLst>
              <a:ext uri="{FF2B5EF4-FFF2-40B4-BE49-F238E27FC236}">
                <a16:creationId xmlns:a16="http://schemas.microsoft.com/office/drawing/2014/main" id="{0A88F4CD-F2AD-37E2-387B-AE9456EABA87}"/>
              </a:ext>
            </a:extLst>
          </p:cNvPr>
          <p:cNvSpPr/>
          <p:nvPr/>
        </p:nvSpPr>
        <p:spPr>
          <a:xfrm>
            <a:off x="6239235" y="5335763"/>
            <a:ext cx="492596" cy="36933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A2A70A18-8E8B-AA26-179A-36860295DEF3}"/>
              </a:ext>
            </a:extLst>
          </p:cNvPr>
          <p:cNvCxnSpPr>
            <a:cxnSpLocks/>
            <a:stCxn id="27" idx="0"/>
            <a:endCxn id="29" idx="2"/>
          </p:cNvCxnSpPr>
          <p:nvPr/>
        </p:nvCxnSpPr>
        <p:spPr>
          <a:xfrm flipV="1">
            <a:off x="5704725" y="5705094"/>
            <a:ext cx="534510" cy="19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0D2A0408-5EA6-AA1D-BB75-E206A7E26829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6731831" y="5705094"/>
            <a:ext cx="757684" cy="17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8B886746-8EE8-4797-18F3-7CEDB71ED3C4}"/>
              </a:ext>
            </a:extLst>
          </p:cNvPr>
          <p:cNvCxnSpPr>
            <a:cxnSpLocks/>
            <a:stCxn id="29" idx="0"/>
            <a:endCxn id="16" idx="2"/>
          </p:cNvCxnSpPr>
          <p:nvPr/>
        </p:nvCxnSpPr>
        <p:spPr>
          <a:xfrm flipV="1">
            <a:off x="6485533" y="5190941"/>
            <a:ext cx="12686" cy="144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49283D4-DE29-48BA-EB2F-72F5611F54D7}"/>
              </a:ext>
            </a:extLst>
          </p:cNvPr>
          <p:cNvSpPr txBox="1"/>
          <p:nvPr/>
        </p:nvSpPr>
        <p:spPr>
          <a:xfrm>
            <a:off x="6911916" y="6484189"/>
            <a:ext cx="122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tit</a:t>
            </a:r>
            <a:endParaRPr lang="pt-BR" sz="14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3FA3AD0-CCBB-39EA-22EB-D9EB8C410B3C}"/>
              </a:ext>
            </a:extLst>
          </p:cNvPr>
          <p:cNvSpPr txBox="1"/>
          <p:nvPr/>
        </p:nvSpPr>
        <p:spPr>
          <a:xfrm>
            <a:off x="4946276" y="6487307"/>
            <a:ext cx="1710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ingresso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346FD6C9-7CA7-7F00-E05D-EFFE2833CD87}"/>
              </a:ext>
            </a:extLst>
          </p:cNvPr>
          <p:cNvSpPr/>
          <p:nvPr/>
        </p:nvSpPr>
        <p:spPr>
          <a:xfrm>
            <a:off x="1903487" y="3903573"/>
            <a:ext cx="1061385" cy="70161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4F92186B-F382-A2FA-7065-2A719951F179}"/>
              </a:ext>
            </a:extLst>
          </p:cNvPr>
          <p:cNvCxnSpPr>
            <a:cxnSpLocks/>
          </p:cNvCxnSpPr>
          <p:nvPr/>
        </p:nvCxnSpPr>
        <p:spPr>
          <a:xfrm>
            <a:off x="2964872" y="4254381"/>
            <a:ext cx="574837" cy="5200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DB71E2BE-20DB-F229-1481-F5B66E12539B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1208657" y="4254382"/>
            <a:ext cx="694831" cy="4983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D38E04E-2E75-A539-3ECC-F8B9C32A6636}"/>
              </a:ext>
            </a:extLst>
          </p:cNvPr>
          <p:cNvSpPr txBox="1"/>
          <p:nvPr/>
        </p:nvSpPr>
        <p:spPr>
          <a:xfrm>
            <a:off x="1982677" y="4061958"/>
            <a:ext cx="136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vinculada</a:t>
            </a:r>
          </a:p>
        </p:txBody>
      </p:sp>
      <p:sp>
        <p:nvSpPr>
          <p:cNvPr id="4" name="Losango 3">
            <a:extLst>
              <a:ext uri="{FF2B5EF4-FFF2-40B4-BE49-F238E27FC236}">
                <a16:creationId xmlns:a16="http://schemas.microsoft.com/office/drawing/2014/main" id="{470FE198-B25F-4C07-525F-8AD95DE169B5}"/>
              </a:ext>
            </a:extLst>
          </p:cNvPr>
          <p:cNvSpPr/>
          <p:nvPr/>
        </p:nvSpPr>
        <p:spPr>
          <a:xfrm>
            <a:off x="5964267" y="3659144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0D244426-FA7C-AC9A-DC56-65C7AF4155B1}"/>
              </a:ext>
            </a:extLst>
          </p:cNvPr>
          <p:cNvCxnSpPr>
            <a:cxnSpLocks/>
            <a:stCxn id="4" idx="1"/>
            <a:endCxn id="14" idx="0"/>
          </p:cNvCxnSpPr>
          <p:nvPr/>
        </p:nvCxnSpPr>
        <p:spPr>
          <a:xfrm rot="10800000" flipV="1">
            <a:off x="3811847" y="4013683"/>
            <a:ext cx="2152421" cy="7607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03B67D44-26F8-D53A-8EF5-60639099F70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025652" y="4013683"/>
            <a:ext cx="2924130" cy="8085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F52D4360-1FCA-20A0-649A-BF3372E47DB4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rot="16200000" flipH="1">
            <a:off x="6269896" y="4593285"/>
            <a:ext cx="453387" cy="3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FF17B359-DA5C-16A2-8FA9-B0980C28F1B6}"/>
              </a:ext>
            </a:extLst>
          </p:cNvPr>
          <p:cNvSpPr txBox="1"/>
          <p:nvPr/>
        </p:nvSpPr>
        <p:spPr>
          <a:xfrm>
            <a:off x="6139257" y="3808010"/>
            <a:ext cx="77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cursa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56D2359C-6EAA-90EB-6186-8B1AA9D32B6D}"/>
              </a:ext>
            </a:extLst>
          </p:cNvPr>
          <p:cNvSpPr txBox="1"/>
          <p:nvPr/>
        </p:nvSpPr>
        <p:spPr>
          <a:xfrm>
            <a:off x="9638018" y="451440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63FA240B-298F-F482-FA96-9DEEA580DF73}"/>
              </a:ext>
            </a:extLst>
          </p:cNvPr>
          <p:cNvSpPr txBox="1"/>
          <p:nvPr/>
        </p:nvSpPr>
        <p:spPr>
          <a:xfrm>
            <a:off x="3784579" y="445307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E96F098C-F3F6-23F1-1D7F-036F6074428E}"/>
              </a:ext>
            </a:extLst>
          </p:cNvPr>
          <p:cNvSpPr txBox="1"/>
          <p:nvPr/>
        </p:nvSpPr>
        <p:spPr>
          <a:xfrm>
            <a:off x="6501281" y="444606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B9C1BFA-B9D1-C7A1-FDF1-84F9E66EDD64}"/>
              </a:ext>
            </a:extLst>
          </p:cNvPr>
          <p:cNvCxnSpPr>
            <a:cxnSpLocks/>
          </p:cNvCxnSpPr>
          <p:nvPr/>
        </p:nvCxnSpPr>
        <p:spPr>
          <a:xfrm>
            <a:off x="716705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1C6D70DE-6C29-6E5A-F89B-53A8F1A2E69D}"/>
              </a:ext>
            </a:extLst>
          </p:cNvPr>
          <p:cNvSpPr/>
          <p:nvPr/>
        </p:nvSpPr>
        <p:spPr>
          <a:xfrm>
            <a:off x="636695" y="534540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45623CB-F709-1CFE-520C-52BBB5F54BB2}"/>
              </a:ext>
            </a:extLst>
          </p:cNvPr>
          <p:cNvSpPr txBox="1"/>
          <p:nvPr/>
        </p:nvSpPr>
        <p:spPr>
          <a:xfrm>
            <a:off x="1208657" y="542253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792F570-5CBF-5D4E-A0BB-897D116CA863}"/>
              </a:ext>
            </a:extLst>
          </p:cNvPr>
          <p:cNvCxnSpPr>
            <a:cxnSpLocks/>
          </p:cNvCxnSpPr>
          <p:nvPr/>
        </p:nvCxnSpPr>
        <p:spPr>
          <a:xfrm>
            <a:off x="1579143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88067932-85AC-2C9A-05E1-BCA6E3E81C7B}"/>
              </a:ext>
            </a:extLst>
          </p:cNvPr>
          <p:cNvSpPr/>
          <p:nvPr/>
        </p:nvSpPr>
        <p:spPr>
          <a:xfrm>
            <a:off x="1499133" y="534540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484EE3F-5BFC-4EF5-E2E1-CB18CA81BB0E}"/>
              </a:ext>
            </a:extLst>
          </p:cNvPr>
          <p:cNvSpPr txBox="1"/>
          <p:nvPr/>
        </p:nvSpPr>
        <p:spPr>
          <a:xfrm>
            <a:off x="3067344" y="5441486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4EBC2F53-7499-D410-D113-E554F9505B7C}"/>
              </a:ext>
            </a:extLst>
          </p:cNvPr>
          <p:cNvCxnSpPr>
            <a:cxnSpLocks/>
          </p:cNvCxnSpPr>
          <p:nvPr/>
        </p:nvCxnSpPr>
        <p:spPr>
          <a:xfrm>
            <a:off x="3319894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06BB8423-58F8-495C-57F4-1290A5D00310}"/>
              </a:ext>
            </a:extLst>
          </p:cNvPr>
          <p:cNvSpPr/>
          <p:nvPr/>
        </p:nvSpPr>
        <p:spPr>
          <a:xfrm>
            <a:off x="3239884" y="536435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A1B1DAE-66DC-3D42-0E1D-D97F94FE4455}"/>
              </a:ext>
            </a:extLst>
          </p:cNvPr>
          <p:cNvSpPr txBox="1"/>
          <p:nvPr/>
        </p:nvSpPr>
        <p:spPr>
          <a:xfrm>
            <a:off x="3811846" y="544148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8549131B-31C1-74F5-3567-377BFBDA63EE}"/>
              </a:ext>
            </a:extLst>
          </p:cNvPr>
          <p:cNvCxnSpPr>
            <a:cxnSpLocks/>
          </p:cNvCxnSpPr>
          <p:nvPr/>
        </p:nvCxnSpPr>
        <p:spPr>
          <a:xfrm>
            <a:off x="4182332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ADC336D8-6DC4-3912-EC07-B56BEBB24A62}"/>
              </a:ext>
            </a:extLst>
          </p:cNvPr>
          <p:cNvSpPr/>
          <p:nvPr/>
        </p:nvSpPr>
        <p:spPr>
          <a:xfrm>
            <a:off x="4102322" y="536435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E4DE574-08BA-1E3D-0978-F035975806D8}"/>
              </a:ext>
            </a:extLst>
          </p:cNvPr>
          <p:cNvSpPr txBox="1"/>
          <p:nvPr/>
        </p:nvSpPr>
        <p:spPr>
          <a:xfrm>
            <a:off x="11229304" y="4559425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E54B4CC0-4097-6517-F428-85D16B256317}"/>
              </a:ext>
            </a:extLst>
          </p:cNvPr>
          <p:cNvCxnSpPr>
            <a:cxnSpLocks/>
            <a:stCxn id="41" idx="3"/>
          </p:cNvCxnSpPr>
          <p:nvPr/>
        </p:nvCxnSpPr>
        <p:spPr>
          <a:xfrm flipH="1">
            <a:off x="10551924" y="4828966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77F6851E-6347-395E-F8E3-7E12047FC9DF}"/>
              </a:ext>
            </a:extLst>
          </p:cNvPr>
          <p:cNvSpPr/>
          <p:nvPr/>
        </p:nvSpPr>
        <p:spPr>
          <a:xfrm>
            <a:off x="11038001" y="4697293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CAB3E4E-91AF-18C3-CEBC-5AD745D6A5A5}"/>
              </a:ext>
            </a:extLst>
          </p:cNvPr>
          <p:cNvSpPr txBox="1"/>
          <p:nvPr/>
        </p:nvSpPr>
        <p:spPr>
          <a:xfrm>
            <a:off x="11198021" y="4937392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DDB6315A-5B6A-10DA-15FC-D6C91872625B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10551924" y="5122058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2B427237-0023-F357-C3AD-689BD5634AFE}"/>
              </a:ext>
            </a:extLst>
          </p:cNvPr>
          <p:cNvSpPr/>
          <p:nvPr/>
        </p:nvSpPr>
        <p:spPr>
          <a:xfrm>
            <a:off x="11022682" y="504492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D58BF0B-995F-556B-006F-3BB2E8BEB646}"/>
              </a:ext>
            </a:extLst>
          </p:cNvPr>
          <p:cNvSpPr txBox="1"/>
          <p:nvPr/>
        </p:nvSpPr>
        <p:spPr>
          <a:xfrm>
            <a:off x="5454110" y="3119490"/>
            <a:ext cx="106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semestre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7594CBD6-C6AE-B46D-C138-AD5FAC954D4F}"/>
              </a:ext>
            </a:extLst>
          </p:cNvPr>
          <p:cNvCxnSpPr>
            <a:cxnSpLocks/>
          </p:cNvCxnSpPr>
          <p:nvPr/>
        </p:nvCxnSpPr>
        <p:spPr>
          <a:xfrm>
            <a:off x="6185782" y="3465666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243EE4D5-105C-4A3C-8DD0-480F997FD754}"/>
              </a:ext>
            </a:extLst>
          </p:cNvPr>
          <p:cNvSpPr/>
          <p:nvPr/>
        </p:nvSpPr>
        <p:spPr>
          <a:xfrm>
            <a:off x="6124304" y="343460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4B2E8F1-A169-AC0F-0088-7341DB819E13}"/>
              </a:ext>
            </a:extLst>
          </p:cNvPr>
          <p:cNvSpPr txBox="1"/>
          <p:nvPr/>
        </p:nvSpPr>
        <p:spPr>
          <a:xfrm>
            <a:off x="6564150" y="312837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nota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0751139D-66D9-F8B4-AA0A-C2049183C053}"/>
              </a:ext>
            </a:extLst>
          </p:cNvPr>
          <p:cNvCxnSpPr>
            <a:cxnSpLocks/>
          </p:cNvCxnSpPr>
          <p:nvPr/>
        </p:nvCxnSpPr>
        <p:spPr>
          <a:xfrm>
            <a:off x="6797662" y="3497707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>
            <a:extLst>
              <a:ext uri="{FF2B5EF4-FFF2-40B4-BE49-F238E27FC236}">
                <a16:creationId xmlns:a16="http://schemas.microsoft.com/office/drawing/2014/main" id="{8595010A-A7C8-B679-9B9C-02F4DC57DEEE}"/>
              </a:ext>
            </a:extLst>
          </p:cNvPr>
          <p:cNvSpPr/>
          <p:nvPr/>
        </p:nvSpPr>
        <p:spPr>
          <a:xfrm>
            <a:off x="6717652" y="34666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Losango 2">
            <a:extLst>
              <a:ext uri="{FF2B5EF4-FFF2-40B4-BE49-F238E27FC236}">
                <a16:creationId xmlns:a16="http://schemas.microsoft.com/office/drawing/2014/main" id="{60D15B33-F52C-F430-5647-F1573D1C00D7}"/>
              </a:ext>
            </a:extLst>
          </p:cNvPr>
          <p:cNvSpPr/>
          <p:nvPr/>
        </p:nvSpPr>
        <p:spPr>
          <a:xfrm>
            <a:off x="9475206" y="5732088"/>
            <a:ext cx="958788" cy="672327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066F08C-F51B-91C0-E363-4F2F21DF885E}"/>
              </a:ext>
            </a:extLst>
          </p:cNvPr>
          <p:cNvSpPr txBox="1"/>
          <p:nvPr/>
        </p:nvSpPr>
        <p:spPr>
          <a:xfrm>
            <a:off x="7779863" y="4557840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D00A2C12-ECBE-A86E-C58A-B1BE0E9E7B50}"/>
              </a:ext>
            </a:extLst>
          </p:cNvPr>
          <p:cNvCxnSpPr>
            <a:cxnSpLocks/>
            <a:stCxn id="52" idx="3"/>
          </p:cNvCxnSpPr>
          <p:nvPr/>
        </p:nvCxnSpPr>
        <p:spPr>
          <a:xfrm flipH="1">
            <a:off x="7102483" y="4827381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809BAE9F-E5FD-A2C4-6DD4-DB1ED455070C}"/>
              </a:ext>
            </a:extLst>
          </p:cNvPr>
          <p:cNvSpPr/>
          <p:nvPr/>
        </p:nvSpPr>
        <p:spPr>
          <a:xfrm>
            <a:off x="7588560" y="4695708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92E3A81B-47A4-3831-ECF3-795D059792B2}"/>
              </a:ext>
            </a:extLst>
          </p:cNvPr>
          <p:cNvCxnSpPr>
            <a:cxnSpLocks/>
          </p:cNvCxnSpPr>
          <p:nvPr/>
        </p:nvCxnSpPr>
        <p:spPr>
          <a:xfrm flipV="1">
            <a:off x="5351961" y="6272122"/>
            <a:ext cx="0" cy="150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4DAD4A10-9136-E88B-CB49-15F3D063D4BC}"/>
              </a:ext>
            </a:extLst>
          </p:cNvPr>
          <p:cNvSpPr/>
          <p:nvPr/>
        </p:nvSpPr>
        <p:spPr>
          <a:xfrm>
            <a:off x="5271951" y="635492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81C487B2-6523-9DCC-C4C7-133FFE79649D}"/>
              </a:ext>
            </a:extLst>
          </p:cNvPr>
          <p:cNvCxnSpPr>
            <a:cxnSpLocks/>
          </p:cNvCxnSpPr>
          <p:nvPr/>
        </p:nvCxnSpPr>
        <p:spPr>
          <a:xfrm flipV="1">
            <a:off x="7077621" y="6251714"/>
            <a:ext cx="0" cy="171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>
            <a:extLst>
              <a:ext uri="{FF2B5EF4-FFF2-40B4-BE49-F238E27FC236}">
                <a16:creationId xmlns:a16="http://schemas.microsoft.com/office/drawing/2014/main" id="{F8F2C62C-401F-7E43-8ED7-672A46A2332C}"/>
              </a:ext>
            </a:extLst>
          </p:cNvPr>
          <p:cNvSpPr/>
          <p:nvPr/>
        </p:nvSpPr>
        <p:spPr>
          <a:xfrm>
            <a:off x="6997611" y="636776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0A1575E-18D4-85E6-B27E-499B2756597C}"/>
              </a:ext>
            </a:extLst>
          </p:cNvPr>
          <p:cNvSpPr txBox="1"/>
          <p:nvPr/>
        </p:nvSpPr>
        <p:spPr>
          <a:xfrm>
            <a:off x="9545269" y="5868547"/>
            <a:ext cx="95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orienta</a:t>
            </a:r>
          </a:p>
        </p:txBody>
      </p:sp>
      <p:cxnSp>
        <p:nvCxnSpPr>
          <p:cNvPr id="63" name="Conector: Angulado 62">
            <a:extLst>
              <a:ext uri="{FF2B5EF4-FFF2-40B4-BE49-F238E27FC236}">
                <a16:creationId xmlns:a16="http://schemas.microsoft.com/office/drawing/2014/main" id="{16556038-0CEE-23B4-1D18-0D72BDFF65F9}"/>
              </a:ext>
            </a:extLst>
          </p:cNvPr>
          <p:cNvCxnSpPr>
            <a:stCxn id="28" idx="3"/>
            <a:endCxn id="3" idx="1"/>
          </p:cNvCxnSpPr>
          <p:nvPr/>
        </p:nvCxnSpPr>
        <p:spPr>
          <a:xfrm>
            <a:off x="8340291" y="6067048"/>
            <a:ext cx="1134915" cy="12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141646CC-2E95-63E1-24A0-4C7F0E3DDF4C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9681938" y="5459426"/>
            <a:ext cx="540507" cy="481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4020BCE6-F589-D05E-C457-35349A2E740D}"/>
              </a:ext>
            </a:extLst>
          </p:cNvPr>
          <p:cNvSpPr txBox="1"/>
          <p:nvPr/>
        </p:nvSpPr>
        <p:spPr>
          <a:xfrm>
            <a:off x="9534939" y="522629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1,1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CC51FDD8-B453-526A-9010-E03D4FD87D73}"/>
              </a:ext>
            </a:extLst>
          </p:cNvPr>
          <p:cNvSpPr txBox="1"/>
          <p:nvPr/>
        </p:nvSpPr>
        <p:spPr>
          <a:xfrm>
            <a:off x="8322633" y="573208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D878AC24-DF0F-EB08-E179-C55C6748C662}"/>
              </a:ext>
            </a:extLst>
          </p:cNvPr>
          <p:cNvSpPr/>
          <p:nvPr/>
        </p:nvSpPr>
        <p:spPr>
          <a:xfrm>
            <a:off x="8135590" y="2673456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82AD3B4C-FD76-B411-35FC-D16D5BC8B149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>
          <a:xfrm rot="10800000" flipV="1">
            <a:off x="716706" y="3027994"/>
            <a:ext cx="7418885" cy="231740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Angulado 56">
            <a:extLst>
              <a:ext uri="{FF2B5EF4-FFF2-40B4-BE49-F238E27FC236}">
                <a16:creationId xmlns:a16="http://schemas.microsoft.com/office/drawing/2014/main" id="{F1C8967D-B5C1-E72F-0371-94229400C4C9}"/>
              </a:ext>
            </a:extLst>
          </p:cNvPr>
          <p:cNvCxnSpPr>
            <a:stCxn id="10" idx="3"/>
          </p:cNvCxnSpPr>
          <p:nvPr/>
        </p:nvCxnSpPr>
        <p:spPr>
          <a:xfrm>
            <a:off x="9196975" y="3027995"/>
            <a:ext cx="983973" cy="18557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C1550C35-2251-A4A8-2198-48C528EE5815}"/>
              </a:ext>
            </a:extLst>
          </p:cNvPr>
          <p:cNvSpPr txBox="1"/>
          <p:nvPr/>
        </p:nvSpPr>
        <p:spPr>
          <a:xfrm>
            <a:off x="8285370" y="2841360"/>
            <a:ext cx="1297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highlight>
                  <a:srgbClr val="FFFF00"/>
                </a:highlight>
              </a:rPr>
              <a:t>possui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62372F0-0747-80E4-C582-CDBA68CC4A72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Depto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AD6BE8DE-AD0C-7375-D2B6-F6963BAEDAC5}"/>
              </a:ext>
            </a:extLst>
          </p:cNvPr>
          <p:cNvSpPr txBox="1"/>
          <p:nvPr/>
        </p:nvSpPr>
        <p:spPr>
          <a:xfrm>
            <a:off x="10180948" y="4459634"/>
            <a:ext cx="24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CFB9F301-42F2-4177-9114-231B7E291D0F}"/>
              </a:ext>
            </a:extLst>
          </p:cNvPr>
          <p:cNvSpPr txBox="1"/>
          <p:nvPr/>
        </p:nvSpPr>
        <p:spPr>
          <a:xfrm>
            <a:off x="444568" y="4403604"/>
            <a:ext cx="24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FD67641C-6485-A5C2-D598-F881A8658652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1F0F0F1-5282-EBFE-7E79-9EE06C67CB0D}"/>
              </a:ext>
            </a:extLst>
          </p:cNvPr>
          <p:cNvSpPr txBox="1"/>
          <p:nvPr/>
        </p:nvSpPr>
        <p:spPr>
          <a:xfrm>
            <a:off x="883183" y="4340908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8003EF13-4DCC-2DA8-F41D-0994E617761A}"/>
              </a:ext>
            </a:extLst>
          </p:cNvPr>
          <p:cNvSpPr txBox="1"/>
          <p:nvPr/>
        </p:nvSpPr>
        <p:spPr>
          <a:xfrm>
            <a:off x="3309375" y="4405093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07F6456E-2515-371A-B3EF-DEF3BDB7B145}"/>
              </a:ext>
            </a:extLst>
          </p:cNvPr>
          <p:cNvSpPr txBox="1"/>
          <p:nvPr/>
        </p:nvSpPr>
        <p:spPr>
          <a:xfrm>
            <a:off x="7757066" y="495909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4974F762-B713-74EE-5DEB-6A3A0E3039F2}"/>
              </a:ext>
            </a:extLst>
          </p:cNvPr>
          <p:cNvCxnSpPr>
            <a:cxnSpLocks/>
            <a:endCxn id="80" idx="2"/>
          </p:cNvCxnSpPr>
          <p:nvPr/>
        </p:nvCxnSpPr>
        <p:spPr>
          <a:xfrm>
            <a:off x="7110969" y="5143757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C962B128-4A56-834F-B105-B16F5BA48EAF}"/>
              </a:ext>
            </a:extLst>
          </p:cNvPr>
          <p:cNvSpPr/>
          <p:nvPr/>
        </p:nvSpPr>
        <p:spPr>
          <a:xfrm>
            <a:off x="7581727" y="506662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48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EA069A-E909-1618-A7FB-8951E12486BA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Disciplina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13511BD-46EC-2F7B-9BF0-347DA4400F4D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68411B6-98E5-67ED-5F46-1561DFFAAFCB}"/>
              </a:ext>
            </a:extLst>
          </p:cNvPr>
          <p:cNvSpPr txBox="1"/>
          <p:nvPr/>
        </p:nvSpPr>
        <p:spPr>
          <a:xfrm>
            <a:off x="464155" y="5422532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5BE87BE-92D5-E86F-536B-7E0972FC3B2C}"/>
              </a:ext>
            </a:extLst>
          </p:cNvPr>
          <p:cNvSpPr txBox="1"/>
          <p:nvPr/>
        </p:nvSpPr>
        <p:spPr>
          <a:xfrm>
            <a:off x="5091975" y="5902790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Graduação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74C714-095A-3F19-53DD-540DA557174A}"/>
              </a:ext>
            </a:extLst>
          </p:cNvPr>
          <p:cNvSpPr txBox="1"/>
          <p:nvPr/>
        </p:nvSpPr>
        <p:spPr>
          <a:xfrm>
            <a:off x="6638738" y="5882382"/>
            <a:ext cx="1701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</a:t>
            </a:r>
          </a:p>
        </p:txBody>
      </p:sp>
      <p:sp>
        <p:nvSpPr>
          <p:cNvPr id="29" name="Triângulo isósceles 28">
            <a:extLst>
              <a:ext uri="{FF2B5EF4-FFF2-40B4-BE49-F238E27FC236}">
                <a16:creationId xmlns:a16="http://schemas.microsoft.com/office/drawing/2014/main" id="{0A88F4CD-F2AD-37E2-387B-AE9456EABA87}"/>
              </a:ext>
            </a:extLst>
          </p:cNvPr>
          <p:cNvSpPr/>
          <p:nvPr/>
        </p:nvSpPr>
        <p:spPr>
          <a:xfrm>
            <a:off x="6239235" y="5335763"/>
            <a:ext cx="492596" cy="36933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A2A70A18-8E8B-AA26-179A-36860295DEF3}"/>
              </a:ext>
            </a:extLst>
          </p:cNvPr>
          <p:cNvCxnSpPr>
            <a:cxnSpLocks/>
            <a:stCxn id="27" idx="0"/>
            <a:endCxn id="29" idx="2"/>
          </p:cNvCxnSpPr>
          <p:nvPr/>
        </p:nvCxnSpPr>
        <p:spPr>
          <a:xfrm flipV="1">
            <a:off x="5704725" y="5705094"/>
            <a:ext cx="534510" cy="19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0D2A0408-5EA6-AA1D-BB75-E206A7E26829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6731831" y="5705094"/>
            <a:ext cx="757684" cy="17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8B886746-8EE8-4797-18F3-7CEDB71ED3C4}"/>
              </a:ext>
            </a:extLst>
          </p:cNvPr>
          <p:cNvCxnSpPr>
            <a:cxnSpLocks/>
            <a:stCxn id="29" idx="0"/>
            <a:endCxn id="16" idx="2"/>
          </p:cNvCxnSpPr>
          <p:nvPr/>
        </p:nvCxnSpPr>
        <p:spPr>
          <a:xfrm flipV="1">
            <a:off x="6485533" y="5190941"/>
            <a:ext cx="12686" cy="144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49283D4-DE29-48BA-EB2F-72F5611F54D7}"/>
              </a:ext>
            </a:extLst>
          </p:cNvPr>
          <p:cNvSpPr txBox="1"/>
          <p:nvPr/>
        </p:nvSpPr>
        <p:spPr>
          <a:xfrm>
            <a:off x="6911916" y="6484189"/>
            <a:ext cx="122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tit</a:t>
            </a:r>
            <a:endParaRPr lang="pt-BR" sz="14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3FA3AD0-CCBB-39EA-22EB-D9EB8C410B3C}"/>
              </a:ext>
            </a:extLst>
          </p:cNvPr>
          <p:cNvSpPr txBox="1"/>
          <p:nvPr/>
        </p:nvSpPr>
        <p:spPr>
          <a:xfrm>
            <a:off x="4946276" y="6487307"/>
            <a:ext cx="1710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ingresso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346FD6C9-7CA7-7F00-E05D-EFFE2833CD87}"/>
              </a:ext>
            </a:extLst>
          </p:cNvPr>
          <p:cNvSpPr/>
          <p:nvPr/>
        </p:nvSpPr>
        <p:spPr>
          <a:xfrm>
            <a:off x="1903487" y="3903573"/>
            <a:ext cx="1061385" cy="70161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4F92186B-F382-A2FA-7065-2A719951F179}"/>
              </a:ext>
            </a:extLst>
          </p:cNvPr>
          <p:cNvCxnSpPr>
            <a:cxnSpLocks/>
          </p:cNvCxnSpPr>
          <p:nvPr/>
        </p:nvCxnSpPr>
        <p:spPr>
          <a:xfrm>
            <a:off x="2964872" y="4254381"/>
            <a:ext cx="574837" cy="5200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DB71E2BE-20DB-F229-1481-F5B66E12539B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1208657" y="4254382"/>
            <a:ext cx="694831" cy="4983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D38E04E-2E75-A539-3ECC-F8B9C32A6636}"/>
              </a:ext>
            </a:extLst>
          </p:cNvPr>
          <p:cNvSpPr txBox="1"/>
          <p:nvPr/>
        </p:nvSpPr>
        <p:spPr>
          <a:xfrm>
            <a:off x="1982677" y="4061958"/>
            <a:ext cx="136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vinculada</a:t>
            </a:r>
          </a:p>
        </p:txBody>
      </p:sp>
      <p:sp>
        <p:nvSpPr>
          <p:cNvPr id="4" name="Losango 3">
            <a:extLst>
              <a:ext uri="{FF2B5EF4-FFF2-40B4-BE49-F238E27FC236}">
                <a16:creationId xmlns:a16="http://schemas.microsoft.com/office/drawing/2014/main" id="{470FE198-B25F-4C07-525F-8AD95DE169B5}"/>
              </a:ext>
            </a:extLst>
          </p:cNvPr>
          <p:cNvSpPr/>
          <p:nvPr/>
        </p:nvSpPr>
        <p:spPr>
          <a:xfrm>
            <a:off x="5964267" y="3659144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0D244426-FA7C-AC9A-DC56-65C7AF4155B1}"/>
              </a:ext>
            </a:extLst>
          </p:cNvPr>
          <p:cNvCxnSpPr>
            <a:cxnSpLocks/>
            <a:stCxn id="4" idx="1"/>
            <a:endCxn id="14" idx="0"/>
          </p:cNvCxnSpPr>
          <p:nvPr/>
        </p:nvCxnSpPr>
        <p:spPr>
          <a:xfrm rot="10800000" flipV="1">
            <a:off x="3811847" y="4013683"/>
            <a:ext cx="2152421" cy="7607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03B67D44-26F8-D53A-8EF5-60639099F70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025652" y="4013683"/>
            <a:ext cx="2924130" cy="8085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F52D4360-1FCA-20A0-649A-BF3372E47DB4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rot="16200000" flipH="1">
            <a:off x="6269896" y="4593285"/>
            <a:ext cx="453387" cy="3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FF17B359-DA5C-16A2-8FA9-B0980C28F1B6}"/>
              </a:ext>
            </a:extLst>
          </p:cNvPr>
          <p:cNvSpPr txBox="1"/>
          <p:nvPr/>
        </p:nvSpPr>
        <p:spPr>
          <a:xfrm>
            <a:off x="6139257" y="3808010"/>
            <a:ext cx="77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cursa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56D2359C-6EAA-90EB-6186-8B1AA9D32B6D}"/>
              </a:ext>
            </a:extLst>
          </p:cNvPr>
          <p:cNvSpPr txBox="1"/>
          <p:nvPr/>
        </p:nvSpPr>
        <p:spPr>
          <a:xfrm>
            <a:off x="9638018" y="451440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63FA240B-298F-F482-FA96-9DEEA580DF73}"/>
              </a:ext>
            </a:extLst>
          </p:cNvPr>
          <p:cNvSpPr txBox="1"/>
          <p:nvPr/>
        </p:nvSpPr>
        <p:spPr>
          <a:xfrm>
            <a:off x="3784579" y="445307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E96F098C-F3F6-23F1-1D7F-036F6074428E}"/>
              </a:ext>
            </a:extLst>
          </p:cNvPr>
          <p:cNvSpPr txBox="1"/>
          <p:nvPr/>
        </p:nvSpPr>
        <p:spPr>
          <a:xfrm>
            <a:off x="6501281" y="444606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B9C1BFA-B9D1-C7A1-FDF1-84F9E66EDD64}"/>
              </a:ext>
            </a:extLst>
          </p:cNvPr>
          <p:cNvCxnSpPr>
            <a:cxnSpLocks/>
          </p:cNvCxnSpPr>
          <p:nvPr/>
        </p:nvCxnSpPr>
        <p:spPr>
          <a:xfrm>
            <a:off x="716705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1C6D70DE-6C29-6E5A-F89B-53A8F1A2E69D}"/>
              </a:ext>
            </a:extLst>
          </p:cNvPr>
          <p:cNvSpPr/>
          <p:nvPr/>
        </p:nvSpPr>
        <p:spPr>
          <a:xfrm>
            <a:off x="636695" y="534540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45623CB-F709-1CFE-520C-52BBB5F54BB2}"/>
              </a:ext>
            </a:extLst>
          </p:cNvPr>
          <p:cNvSpPr txBox="1"/>
          <p:nvPr/>
        </p:nvSpPr>
        <p:spPr>
          <a:xfrm>
            <a:off x="1208657" y="542253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792F570-5CBF-5D4E-A0BB-897D116CA863}"/>
              </a:ext>
            </a:extLst>
          </p:cNvPr>
          <p:cNvCxnSpPr>
            <a:cxnSpLocks/>
          </p:cNvCxnSpPr>
          <p:nvPr/>
        </p:nvCxnSpPr>
        <p:spPr>
          <a:xfrm>
            <a:off x="1579143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88067932-85AC-2C9A-05E1-BCA6E3E81C7B}"/>
              </a:ext>
            </a:extLst>
          </p:cNvPr>
          <p:cNvSpPr/>
          <p:nvPr/>
        </p:nvSpPr>
        <p:spPr>
          <a:xfrm>
            <a:off x="1499133" y="534540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484EE3F-5BFC-4EF5-E2E1-CB18CA81BB0E}"/>
              </a:ext>
            </a:extLst>
          </p:cNvPr>
          <p:cNvSpPr txBox="1"/>
          <p:nvPr/>
        </p:nvSpPr>
        <p:spPr>
          <a:xfrm>
            <a:off x="3067344" y="5441486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4EBC2F53-7499-D410-D113-E554F9505B7C}"/>
              </a:ext>
            </a:extLst>
          </p:cNvPr>
          <p:cNvCxnSpPr>
            <a:cxnSpLocks/>
          </p:cNvCxnSpPr>
          <p:nvPr/>
        </p:nvCxnSpPr>
        <p:spPr>
          <a:xfrm>
            <a:off x="3319894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06BB8423-58F8-495C-57F4-1290A5D00310}"/>
              </a:ext>
            </a:extLst>
          </p:cNvPr>
          <p:cNvSpPr/>
          <p:nvPr/>
        </p:nvSpPr>
        <p:spPr>
          <a:xfrm>
            <a:off x="3239884" y="536435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A1B1DAE-66DC-3D42-0E1D-D97F94FE4455}"/>
              </a:ext>
            </a:extLst>
          </p:cNvPr>
          <p:cNvSpPr txBox="1"/>
          <p:nvPr/>
        </p:nvSpPr>
        <p:spPr>
          <a:xfrm>
            <a:off x="3811846" y="544148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8549131B-31C1-74F5-3567-377BFBDA63EE}"/>
              </a:ext>
            </a:extLst>
          </p:cNvPr>
          <p:cNvCxnSpPr>
            <a:cxnSpLocks/>
          </p:cNvCxnSpPr>
          <p:nvPr/>
        </p:nvCxnSpPr>
        <p:spPr>
          <a:xfrm>
            <a:off x="4182332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ADC336D8-6DC4-3912-EC07-B56BEBB24A62}"/>
              </a:ext>
            </a:extLst>
          </p:cNvPr>
          <p:cNvSpPr/>
          <p:nvPr/>
        </p:nvSpPr>
        <p:spPr>
          <a:xfrm>
            <a:off x="4102322" y="536435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E4DE574-08BA-1E3D-0978-F035975806D8}"/>
              </a:ext>
            </a:extLst>
          </p:cNvPr>
          <p:cNvSpPr txBox="1"/>
          <p:nvPr/>
        </p:nvSpPr>
        <p:spPr>
          <a:xfrm>
            <a:off x="11229304" y="4559425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E54B4CC0-4097-6517-F428-85D16B256317}"/>
              </a:ext>
            </a:extLst>
          </p:cNvPr>
          <p:cNvCxnSpPr>
            <a:cxnSpLocks/>
            <a:stCxn id="41" idx="3"/>
          </p:cNvCxnSpPr>
          <p:nvPr/>
        </p:nvCxnSpPr>
        <p:spPr>
          <a:xfrm flipH="1">
            <a:off x="10551924" y="4828966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77F6851E-6347-395E-F8E3-7E12047FC9DF}"/>
              </a:ext>
            </a:extLst>
          </p:cNvPr>
          <p:cNvSpPr/>
          <p:nvPr/>
        </p:nvSpPr>
        <p:spPr>
          <a:xfrm>
            <a:off x="11038001" y="4697293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CAB3E4E-91AF-18C3-CEBC-5AD745D6A5A5}"/>
              </a:ext>
            </a:extLst>
          </p:cNvPr>
          <p:cNvSpPr txBox="1"/>
          <p:nvPr/>
        </p:nvSpPr>
        <p:spPr>
          <a:xfrm>
            <a:off x="11198021" y="4937392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DDB6315A-5B6A-10DA-15FC-D6C91872625B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10551924" y="5122058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2B427237-0023-F357-C3AD-689BD5634AFE}"/>
              </a:ext>
            </a:extLst>
          </p:cNvPr>
          <p:cNvSpPr/>
          <p:nvPr/>
        </p:nvSpPr>
        <p:spPr>
          <a:xfrm>
            <a:off x="11022682" y="504492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D58BF0B-995F-556B-006F-3BB2E8BEB646}"/>
              </a:ext>
            </a:extLst>
          </p:cNvPr>
          <p:cNvSpPr txBox="1"/>
          <p:nvPr/>
        </p:nvSpPr>
        <p:spPr>
          <a:xfrm>
            <a:off x="5454110" y="3119490"/>
            <a:ext cx="106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semestre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7594CBD6-C6AE-B46D-C138-AD5FAC954D4F}"/>
              </a:ext>
            </a:extLst>
          </p:cNvPr>
          <p:cNvCxnSpPr>
            <a:cxnSpLocks/>
          </p:cNvCxnSpPr>
          <p:nvPr/>
        </p:nvCxnSpPr>
        <p:spPr>
          <a:xfrm>
            <a:off x="6185782" y="3465666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243EE4D5-105C-4A3C-8DD0-480F997FD754}"/>
              </a:ext>
            </a:extLst>
          </p:cNvPr>
          <p:cNvSpPr/>
          <p:nvPr/>
        </p:nvSpPr>
        <p:spPr>
          <a:xfrm>
            <a:off x="6124304" y="343460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4B2E8F1-A169-AC0F-0088-7341DB819E13}"/>
              </a:ext>
            </a:extLst>
          </p:cNvPr>
          <p:cNvSpPr txBox="1"/>
          <p:nvPr/>
        </p:nvSpPr>
        <p:spPr>
          <a:xfrm>
            <a:off x="6564150" y="312837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nota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0751139D-66D9-F8B4-AA0A-C2049183C053}"/>
              </a:ext>
            </a:extLst>
          </p:cNvPr>
          <p:cNvCxnSpPr>
            <a:cxnSpLocks/>
          </p:cNvCxnSpPr>
          <p:nvPr/>
        </p:nvCxnSpPr>
        <p:spPr>
          <a:xfrm>
            <a:off x="6797662" y="3497707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>
            <a:extLst>
              <a:ext uri="{FF2B5EF4-FFF2-40B4-BE49-F238E27FC236}">
                <a16:creationId xmlns:a16="http://schemas.microsoft.com/office/drawing/2014/main" id="{8595010A-A7C8-B679-9B9C-02F4DC57DEEE}"/>
              </a:ext>
            </a:extLst>
          </p:cNvPr>
          <p:cNvSpPr/>
          <p:nvPr/>
        </p:nvSpPr>
        <p:spPr>
          <a:xfrm>
            <a:off x="6717652" y="34666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Losango 2">
            <a:extLst>
              <a:ext uri="{FF2B5EF4-FFF2-40B4-BE49-F238E27FC236}">
                <a16:creationId xmlns:a16="http://schemas.microsoft.com/office/drawing/2014/main" id="{60D15B33-F52C-F430-5647-F1573D1C00D7}"/>
              </a:ext>
            </a:extLst>
          </p:cNvPr>
          <p:cNvSpPr/>
          <p:nvPr/>
        </p:nvSpPr>
        <p:spPr>
          <a:xfrm>
            <a:off x="9475206" y="5732088"/>
            <a:ext cx="958788" cy="672327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066F08C-F51B-91C0-E363-4F2F21DF885E}"/>
              </a:ext>
            </a:extLst>
          </p:cNvPr>
          <p:cNvSpPr txBox="1"/>
          <p:nvPr/>
        </p:nvSpPr>
        <p:spPr>
          <a:xfrm>
            <a:off x="7779863" y="4557840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D00A2C12-ECBE-A86E-C58A-B1BE0E9E7B50}"/>
              </a:ext>
            </a:extLst>
          </p:cNvPr>
          <p:cNvCxnSpPr>
            <a:cxnSpLocks/>
            <a:stCxn id="52" idx="3"/>
          </p:cNvCxnSpPr>
          <p:nvPr/>
        </p:nvCxnSpPr>
        <p:spPr>
          <a:xfrm flipH="1">
            <a:off x="7102483" y="4827381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809BAE9F-E5FD-A2C4-6DD4-DB1ED455070C}"/>
              </a:ext>
            </a:extLst>
          </p:cNvPr>
          <p:cNvSpPr/>
          <p:nvPr/>
        </p:nvSpPr>
        <p:spPr>
          <a:xfrm>
            <a:off x="7588560" y="4695708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92E3A81B-47A4-3831-ECF3-795D059792B2}"/>
              </a:ext>
            </a:extLst>
          </p:cNvPr>
          <p:cNvCxnSpPr>
            <a:cxnSpLocks/>
          </p:cNvCxnSpPr>
          <p:nvPr/>
        </p:nvCxnSpPr>
        <p:spPr>
          <a:xfrm flipV="1">
            <a:off x="5351961" y="6272122"/>
            <a:ext cx="0" cy="150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4DAD4A10-9136-E88B-CB49-15F3D063D4BC}"/>
              </a:ext>
            </a:extLst>
          </p:cNvPr>
          <p:cNvSpPr/>
          <p:nvPr/>
        </p:nvSpPr>
        <p:spPr>
          <a:xfrm>
            <a:off x="5271951" y="635492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81C487B2-6523-9DCC-C4C7-133FFE79649D}"/>
              </a:ext>
            </a:extLst>
          </p:cNvPr>
          <p:cNvCxnSpPr>
            <a:cxnSpLocks/>
          </p:cNvCxnSpPr>
          <p:nvPr/>
        </p:nvCxnSpPr>
        <p:spPr>
          <a:xfrm flipV="1">
            <a:off x="7077621" y="6251714"/>
            <a:ext cx="0" cy="171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>
            <a:extLst>
              <a:ext uri="{FF2B5EF4-FFF2-40B4-BE49-F238E27FC236}">
                <a16:creationId xmlns:a16="http://schemas.microsoft.com/office/drawing/2014/main" id="{F8F2C62C-401F-7E43-8ED7-672A46A2332C}"/>
              </a:ext>
            </a:extLst>
          </p:cNvPr>
          <p:cNvSpPr/>
          <p:nvPr/>
        </p:nvSpPr>
        <p:spPr>
          <a:xfrm>
            <a:off x="6997611" y="636776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0A1575E-18D4-85E6-B27E-499B2756597C}"/>
              </a:ext>
            </a:extLst>
          </p:cNvPr>
          <p:cNvSpPr txBox="1"/>
          <p:nvPr/>
        </p:nvSpPr>
        <p:spPr>
          <a:xfrm>
            <a:off x="9545269" y="5868547"/>
            <a:ext cx="95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orienta</a:t>
            </a:r>
          </a:p>
        </p:txBody>
      </p:sp>
      <p:cxnSp>
        <p:nvCxnSpPr>
          <p:cNvPr id="63" name="Conector: Angulado 62">
            <a:extLst>
              <a:ext uri="{FF2B5EF4-FFF2-40B4-BE49-F238E27FC236}">
                <a16:creationId xmlns:a16="http://schemas.microsoft.com/office/drawing/2014/main" id="{16556038-0CEE-23B4-1D18-0D72BDFF65F9}"/>
              </a:ext>
            </a:extLst>
          </p:cNvPr>
          <p:cNvCxnSpPr>
            <a:stCxn id="28" idx="3"/>
            <a:endCxn id="3" idx="1"/>
          </p:cNvCxnSpPr>
          <p:nvPr/>
        </p:nvCxnSpPr>
        <p:spPr>
          <a:xfrm>
            <a:off x="8340291" y="6067048"/>
            <a:ext cx="1134915" cy="12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141646CC-2E95-63E1-24A0-4C7F0E3DDF4C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9681938" y="5459426"/>
            <a:ext cx="540507" cy="481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4020BCE6-F589-D05E-C457-35349A2E740D}"/>
              </a:ext>
            </a:extLst>
          </p:cNvPr>
          <p:cNvSpPr txBox="1"/>
          <p:nvPr/>
        </p:nvSpPr>
        <p:spPr>
          <a:xfrm>
            <a:off x="9534939" y="522629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1,1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CC51FDD8-B453-526A-9010-E03D4FD87D73}"/>
              </a:ext>
            </a:extLst>
          </p:cNvPr>
          <p:cNvSpPr txBox="1"/>
          <p:nvPr/>
        </p:nvSpPr>
        <p:spPr>
          <a:xfrm>
            <a:off x="8322633" y="573208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D878AC24-DF0F-EB08-E179-C55C6748C662}"/>
              </a:ext>
            </a:extLst>
          </p:cNvPr>
          <p:cNvSpPr/>
          <p:nvPr/>
        </p:nvSpPr>
        <p:spPr>
          <a:xfrm>
            <a:off x="8135590" y="2673456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82AD3B4C-FD76-B411-35FC-D16D5BC8B149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>
          <a:xfrm rot="10800000" flipV="1">
            <a:off x="716706" y="3027994"/>
            <a:ext cx="7418885" cy="231740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Angulado 56">
            <a:extLst>
              <a:ext uri="{FF2B5EF4-FFF2-40B4-BE49-F238E27FC236}">
                <a16:creationId xmlns:a16="http://schemas.microsoft.com/office/drawing/2014/main" id="{F1C8967D-B5C1-E72F-0371-94229400C4C9}"/>
              </a:ext>
            </a:extLst>
          </p:cNvPr>
          <p:cNvCxnSpPr>
            <a:stCxn id="10" idx="3"/>
          </p:cNvCxnSpPr>
          <p:nvPr/>
        </p:nvCxnSpPr>
        <p:spPr>
          <a:xfrm>
            <a:off x="9196975" y="3027995"/>
            <a:ext cx="983973" cy="18557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C1550C35-2251-A4A8-2198-48C528EE5815}"/>
              </a:ext>
            </a:extLst>
          </p:cNvPr>
          <p:cNvSpPr txBox="1"/>
          <p:nvPr/>
        </p:nvSpPr>
        <p:spPr>
          <a:xfrm>
            <a:off x="8285370" y="2841360"/>
            <a:ext cx="1297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possui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62372F0-0747-80E4-C582-CDBA68CC4A72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Depto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AD6BE8DE-AD0C-7375-D2B6-F6963BAEDAC5}"/>
              </a:ext>
            </a:extLst>
          </p:cNvPr>
          <p:cNvSpPr txBox="1"/>
          <p:nvPr/>
        </p:nvSpPr>
        <p:spPr>
          <a:xfrm>
            <a:off x="10180948" y="4459634"/>
            <a:ext cx="24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CFB9F301-42F2-4177-9114-231B7E291D0F}"/>
              </a:ext>
            </a:extLst>
          </p:cNvPr>
          <p:cNvSpPr txBox="1"/>
          <p:nvPr/>
        </p:nvSpPr>
        <p:spPr>
          <a:xfrm>
            <a:off x="444568" y="4403604"/>
            <a:ext cx="24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FD67641C-6485-A5C2-D598-F881A8658652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Professor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1F0F0F1-5282-EBFE-7E79-9EE06C67CB0D}"/>
              </a:ext>
            </a:extLst>
          </p:cNvPr>
          <p:cNvSpPr txBox="1"/>
          <p:nvPr/>
        </p:nvSpPr>
        <p:spPr>
          <a:xfrm>
            <a:off x="883183" y="4340908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8003EF13-4DCC-2DA8-F41D-0994E617761A}"/>
              </a:ext>
            </a:extLst>
          </p:cNvPr>
          <p:cNvSpPr txBox="1"/>
          <p:nvPr/>
        </p:nvSpPr>
        <p:spPr>
          <a:xfrm>
            <a:off x="3309375" y="4405093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87E9267-8F4B-3CA7-0CE7-45A5AB28F9EB}"/>
              </a:ext>
            </a:extLst>
          </p:cNvPr>
          <p:cNvSpPr txBox="1"/>
          <p:nvPr/>
        </p:nvSpPr>
        <p:spPr>
          <a:xfrm>
            <a:off x="88181" y="152380"/>
            <a:ext cx="4635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Depto(</a:t>
            </a:r>
            <a:r>
              <a:rPr lang="pt-BR" sz="2400" u="sng" dirty="0" err="1"/>
              <a:t>cod_depto</a:t>
            </a:r>
            <a:r>
              <a:rPr lang="pt-BR" sz="2400" dirty="0"/>
              <a:t>, nome)</a:t>
            </a:r>
          </a:p>
          <a:p>
            <a:r>
              <a:rPr lang="pt-BR" sz="2400" dirty="0"/>
              <a:t>Disciplina(</a:t>
            </a:r>
            <a:r>
              <a:rPr lang="pt-BR" sz="2400" u="sng" dirty="0" err="1"/>
              <a:t>cod_disc</a:t>
            </a:r>
            <a:r>
              <a:rPr lang="pt-BR" sz="2400" dirty="0"/>
              <a:t>, nome)</a:t>
            </a:r>
          </a:p>
          <a:p>
            <a:r>
              <a:rPr lang="pt-BR" sz="2400" dirty="0"/>
              <a:t>Professor(</a:t>
            </a:r>
            <a:r>
              <a:rPr lang="pt-BR" sz="2400" u="sng" dirty="0" err="1"/>
              <a:t>mat_prof</a:t>
            </a:r>
            <a:r>
              <a:rPr lang="pt-BR" sz="2400" dirty="0"/>
              <a:t>, nome)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09CB8FE-C510-B164-A767-070C26F7629D}"/>
              </a:ext>
            </a:extLst>
          </p:cNvPr>
          <p:cNvSpPr txBox="1"/>
          <p:nvPr/>
        </p:nvSpPr>
        <p:spPr>
          <a:xfrm>
            <a:off x="5361913" y="219987"/>
            <a:ext cx="4453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highlight>
                  <a:srgbClr val="FFFF00"/>
                </a:highlight>
              </a:rPr>
              <a:t>MAPEANDO AS ENTIDADES FORTES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6175FA6-B278-0C56-CEB8-8AA996BEEBA7}"/>
              </a:ext>
            </a:extLst>
          </p:cNvPr>
          <p:cNvSpPr txBox="1"/>
          <p:nvPr/>
        </p:nvSpPr>
        <p:spPr>
          <a:xfrm>
            <a:off x="7757066" y="495909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5279DCFB-5BA7-4169-EB6D-9C379240A0B7}"/>
              </a:ext>
            </a:extLst>
          </p:cNvPr>
          <p:cNvCxnSpPr>
            <a:cxnSpLocks/>
            <a:endCxn id="54" idx="2"/>
          </p:cNvCxnSpPr>
          <p:nvPr/>
        </p:nvCxnSpPr>
        <p:spPr>
          <a:xfrm>
            <a:off x="7110969" y="5143757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Elipse 53">
            <a:extLst>
              <a:ext uri="{FF2B5EF4-FFF2-40B4-BE49-F238E27FC236}">
                <a16:creationId xmlns:a16="http://schemas.microsoft.com/office/drawing/2014/main" id="{4E68387B-2F97-01ED-B072-FF5DA80CEA34}"/>
              </a:ext>
            </a:extLst>
          </p:cNvPr>
          <p:cNvSpPr/>
          <p:nvPr/>
        </p:nvSpPr>
        <p:spPr>
          <a:xfrm>
            <a:off x="7581727" y="506662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55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EA069A-E909-1618-A7FB-8951E12486BA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Disciplina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13511BD-46EC-2F7B-9BF0-347DA4400F4D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68411B6-98E5-67ED-5F46-1561DFFAAFCB}"/>
              </a:ext>
            </a:extLst>
          </p:cNvPr>
          <p:cNvSpPr txBox="1"/>
          <p:nvPr/>
        </p:nvSpPr>
        <p:spPr>
          <a:xfrm>
            <a:off x="464155" y="5422532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5BE87BE-92D5-E86F-536B-7E0972FC3B2C}"/>
              </a:ext>
            </a:extLst>
          </p:cNvPr>
          <p:cNvSpPr txBox="1"/>
          <p:nvPr/>
        </p:nvSpPr>
        <p:spPr>
          <a:xfrm>
            <a:off x="5091975" y="5902790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Graduação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74C714-095A-3F19-53DD-540DA557174A}"/>
              </a:ext>
            </a:extLst>
          </p:cNvPr>
          <p:cNvSpPr txBox="1"/>
          <p:nvPr/>
        </p:nvSpPr>
        <p:spPr>
          <a:xfrm>
            <a:off x="6638738" y="5882382"/>
            <a:ext cx="1701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</a:t>
            </a:r>
          </a:p>
        </p:txBody>
      </p:sp>
      <p:sp>
        <p:nvSpPr>
          <p:cNvPr id="29" name="Triângulo isósceles 28">
            <a:extLst>
              <a:ext uri="{FF2B5EF4-FFF2-40B4-BE49-F238E27FC236}">
                <a16:creationId xmlns:a16="http://schemas.microsoft.com/office/drawing/2014/main" id="{0A88F4CD-F2AD-37E2-387B-AE9456EABA87}"/>
              </a:ext>
            </a:extLst>
          </p:cNvPr>
          <p:cNvSpPr/>
          <p:nvPr/>
        </p:nvSpPr>
        <p:spPr>
          <a:xfrm>
            <a:off x="6239235" y="5335763"/>
            <a:ext cx="492596" cy="36933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A2A70A18-8E8B-AA26-179A-36860295DEF3}"/>
              </a:ext>
            </a:extLst>
          </p:cNvPr>
          <p:cNvCxnSpPr>
            <a:cxnSpLocks/>
            <a:stCxn id="27" idx="0"/>
            <a:endCxn id="29" idx="2"/>
          </p:cNvCxnSpPr>
          <p:nvPr/>
        </p:nvCxnSpPr>
        <p:spPr>
          <a:xfrm flipV="1">
            <a:off x="5704725" y="5705094"/>
            <a:ext cx="534510" cy="19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0D2A0408-5EA6-AA1D-BB75-E206A7E26829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6731831" y="5705094"/>
            <a:ext cx="757684" cy="17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8B886746-8EE8-4797-18F3-7CEDB71ED3C4}"/>
              </a:ext>
            </a:extLst>
          </p:cNvPr>
          <p:cNvCxnSpPr>
            <a:cxnSpLocks/>
            <a:stCxn id="29" idx="0"/>
            <a:endCxn id="16" idx="2"/>
          </p:cNvCxnSpPr>
          <p:nvPr/>
        </p:nvCxnSpPr>
        <p:spPr>
          <a:xfrm flipV="1">
            <a:off x="6485533" y="5190941"/>
            <a:ext cx="12686" cy="144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49283D4-DE29-48BA-EB2F-72F5611F54D7}"/>
              </a:ext>
            </a:extLst>
          </p:cNvPr>
          <p:cNvSpPr txBox="1"/>
          <p:nvPr/>
        </p:nvSpPr>
        <p:spPr>
          <a:xfrm>
            <a:off x="6911916" y="6484189"/>
            <a:ext cx="122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tit</a:t>
            </a:r>
            <a:endParaRPr lang="pt-BR" sz="14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3FA3AD0-CCBB-39EA-22EB-D9EB8C410B3C}"/>
              </a:ext>
            </a:extLst>
          </p:cNvPr>
          <p:cNvSpPr txBox="1"/>
          <p:nvPr/>
        </p:nvSpPr>
        <p:spPr>
          <a:xfrm>
            <a:off x="4946276" y="6487307"/>
            <a:ext cx="1710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ingresso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346FD6C9-7CA7-7F00-E05D-EFFE2833CD87}"/>
              </a:ext>
            </a:extLst>
          </p:cNvPr>
          <p:cNvSpPr/>
          <p:nvPr/>
        </p:nvSpPr>
        <p:spPr>
          <a:xfrm>
            <a:off x="1903487" y="3903573"/>
            <a:ext cx="1061385" cy="70161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4F92186B-F382-A2FA-7065-2A719951F179}"/>
              </a:ext>
            </a:extLst>
          </p:cNvPr>
          <p:cNvCxnSpPr>
            <a:cxnSpLocks/>
          </p:cNvCxnSpPr>
          <p:nvPr/>
        </p:nvCxnSpPr>
        <p:spPr>
          <a:xfrm>
            <a:off x="2964872" y="4254381"/>
            <a:ext cx="574837" cy="5200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DB71E2BE-20DB-F229-1481-F5B66E12539B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1208657" y="4254382"/>
            <a:ext cx="694831" cy="4983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D38E04E-2E75-A539-3ECC-F8B9C32A6636}"/>
              </a:ext>
            </a:extLst>
          </p:cNvPr>
          <p:cNvSpPr txBox="1"/>
          <p:nvPr/>
        </p:nvSpPr>
        <p:spPr>
          <a:xfrm>
            <a:off x="1982677" y="4061958"/>
            <a:ext cx="136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vinculada</a:t>
            </a:r>
          </a:p>
        </p:txBody>
      </p:sp>
      <p:sp>
        <p:nvSpPr>
          <p:cNvPr id="4" name="Losango 3">
            <a:extLst>
              <a:ext uri="{FF2B5EF4-FFF2-40B4-BE49-F238E27FC236}">
                <a16:creationId xmlns:a16="http://schemas.microsoft.com/office/drawing/2014/main" id="{470FE198-B25F-4C07-525F-8AD95DE169B5}"/>
              </a:ext>
            </a:extLst>
          </p:cNvPr>
          <p:cNvSpPr/>
          <p:nvPr/>
        </p:nvSpPr>
        <p:spPr>
          <a:xfrm>
            <a:off x="5964267" y="3659144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0D244426-FA7C-AC9A-DC56-65C7AF4155B1}"/>
              </a:ext>
            </a:extLst>
          </p:cNvPr>
          <p:cNvCxnSpPr>
            <a:cxnSpLocks/>
            <a:stCxn id="4" idx="1"/>
            <a:endCxn id="14" idx="0"/>
          </p:cNvCxnSpPr>
          <p:nvPr/>
        </p:nvCxnSpPr>
        <p:spPr>
          <a:xfrm rot="10800000" flipV="1">
            <a:off x="3811847" y="4013683"/>
            <a:ext cx="2152421" cy="7607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03B67D44-26F8-D53A-8EF5-60639099F70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025652" y="4013683"/>
            <a:ext cx="2924130" cy="8085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F52D4360-1FCA-20A0-649A-BF3372E47DB4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rot="16200000" flipH="1">
            <a:off x="6269896" y="4593285"/>
            <a:ext cx="453387" cy="3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FF17B359-DA5C-16A2-8FA9-B0980C28F1B6}"/>
              </a:ext>
            </a:extLst>
          </p:cNvPr>
          <p:cNvSpPr txBox="1"/>
          <p:nvPr/>
        </p:nvSpPr>
        <p:spPr>
          <a:xfrm>
            <a:off x="6139257" y="3808010"/>
            <a:ext cx="77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cursa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56D2359C-6EAA-90EB-6186-8B1AA9D32B6D}"/>
              </a:ext>
            </a:extLst>
          </p:cNvPr>
          <p:cNvSpPr txBox="1"/>
          <p:nvPr/>
        </p:nvSpPr>
        <p:spPr>
          <a:xfrm>
            <a:off x="9638018" y="451440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63FA240B-298F-F482-FA96-9DEEA580DF73}"/>
              </a:ext>
            </a:extLst>
          </p:cNvPr>
          <p:cNvSpPr txBox="1"/>
          <p:nvPr/>
        </p:nvSpPr>
        <p:spPr>
          <a:xfrm>
            <a:off x="3784579" y="445307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E96F098C-F3F6-23F1-1D7F-036F6074428E}"/>
              </a:ext>
            </a:extLst>
          </p:cNvPr>
          <p:cNvSpPr txBox="1"/>
          <p:nvPr/>
        </p:nvSpPr>
        <p:spPr>
          <a:xfrm>
            <a:off x="6501281" y="444606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B9C1BFA-B9D1-C7A1-FDF1-84F9E66EDD64}"/>
              </a:ext>
            </a:extLst>
          </p:cNvPr>
          <p:cNvCxnSpPr>
            <a:cxnSpLocks/>
          </p:cNvCxnSpPr>
          <p:nvPr/>
        </p:nvCxnSpPr>
        <p:spPr>
          <a:xfrm>
            <a:off x="716705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1C6D70DE-6C29-6E5A-F89B-53A8F1A2E69D}"/>
              </a:ext>
            </a:extLst>
          </p:cNvPr>
          <p:cNvSpPr/>
          <p:nvPr/>
        </p:nvSpPr>
        <p:spPr>
          <a:xfrm>
            <a:off x="636695" y="534540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45623CB-F709-1CFE-520C-52BBB5F54BB2}"/>
              </a:ext>
            </a:extLst>
          </p:cNvPr>
          <p:cNvSpPr txBox="1"/>
          <p:nvPr/>
        </p:nvSpPr>
        <p:spPr>
          <a:xfrm>
            <a:off x="1208657" y="542253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792F570-5CBF-5D4E-A0BB-897D116CA863}"/>
              </a:ext>
            </a:extLst>
          </p:cNvPr>
          <p:cNvCxnSpPr>
            <a:cxnSpLocks/>
          </p:cNvCxnSpPr>
          <p:nvPr/>
        </p:nvCxnSpPr>
        <p:spPr>
          <a:xfrm>
            <a:off x="1579143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88067932-85AC-2C9A-05E1-BCA6E3E81C7B}"/>
              </a:ext>
            </a:extLst>
          </p:cNvPr>
          <p:cNvSpPr/>
          <p:nvPr/>
        </p:nvSpPr>
        <p:spPr>
          <a:xfrm>
            <a:off x="1499133" y="534540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484EE3F-5BFC-4EF5-E2E1-CB18CA81BB0E}"/>
              </a:ext>
            </a:extLst>
          </p:cNvPr>
          <p:cNvSpPr txBox="1"/>
          <p:nvPr/>
        </p:nvSpPr>
        <p:spPr>
          <a:xfrm>
            <a:off x="3067344" y="5441486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4EBC2F53-7499-D410-D113-E554F9505B7C}"/>
              </a:ext>
            </a:extLst>
          </p:cNvPr>
          <p:cNvCxnSpPr>
            <a:cxnSpLocks/>
          </p:cNvCxnSpPr>
          <p:nvPr/>
        </p:nvCxnSpPr>
        <p:spPr>
          <a:xfrm>
            <a:off x="3319894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06BB8423-58F8-495C-57F4-1290A5D00310}"/>
              </a:ext>
            </a:extLst>
          </p:cNvPr>
          <p:cNvSpPr/>
          <p:nvPr/>
        </p:nvSpPr>
        <p:spPr>
          <a:xfrm>
            <a:off x="3239884" y="536435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A1B1DAE-66DC-3D42-0E1D-D97F94FE4455}"/>
              </a:ext>
            </a:extLst>
          </p:cNvPr>
          <p:cNvSpPr txBox="1"/>
          <p:nvPr/>
        </p:nvSpPr>
        <p:spPr>
          <a:xfrm>
            <a:off x="3811846" y="544148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8549131B-31C1-74F5-3567-377BFBDA63EE}"/>
              </a:ext>
            </a:extLst>
          </p:cNvPr>
          <p:cNvCxnSpPr>
            <a:cxnSpLocks/>
          </p:cNvCxnSpPr>
          <p:nvPr/>
        </p:nvCxnSpPr>
        <p:spPr>
          <a:xfrm>
            <a:off x="4182332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ADC336D8-6DC4-3912-EC07-B56BEBB24A62}"/>
              </a:ext>
            </a:extLst>
          </p:cNvPr>
          <p:cNvSpPr/>
          <p:nvPr/>
        </p:nvSpPr>
        <p:spPr>
          <a:xfrm>
            <a:off x="4102322" y="536435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E4DE574-08BA-1E3D-0978-F035975806D8}"/>
              </a:ext>
            </a:extLst>
          </p:cNvPr>
          <p:cNvSpPr txBox="1"/>
          <p:nvPr/>
        </p:nvSpPr>
        <p:spPr>
          <a:xfrm>
            <a:off x="11229304" y="4559425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E54B4CC0-4097-6517-F428-85D16B256317}"/>
              </a:ext>
            </a:extLst>
          </p:cNvPr>
          <p:cNvCxnSpPr>
            <a:cxnSpLocks/>
            <a:stCxn id="41" idx="3"/>
          </p:cNvCxnSpPr>
          <p:nvPr/>
        </p:nvCxnSpPr>
        <p:spPr>
          <a:xfrm flipH="1">
            <a:off x="10551924" y="4828966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77F6851E-6347-395E-F8E3-7E12047FC9DF}"/>
              </a:ext>
            </a:extLst>
          </p:cNvPr>
          <p:cNvSpPr/>
          <p:nvPr/>
        </p:nvSpPr>
        <p:spPr>
          <a:xfrm>
            <a:off x="11038001" y="4697293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CAB3E4E-91AF-18C3-CEBC-5AD745D6A5A5}"/>
              </a:ext>
            </a:extLst>
          </p:cNvPr>
          <p:cNvSpPr txBox="1"/>
          <p:nvPr/>
        </p:nvSpPr>
        <p:spPr>
          <a:xfrm>
            <a:off x="11198021" y="4937392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DDB6315A-5B6A-10DA-15FC-D6C91872625B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10551924" y="5122058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2B427237-0023-F357-C3AD-689BD5634AFE}"/>
              </a:ext>
            </a:extLst>
          </p:cNvPr>
          <p:cNvSpPr/>
          <p:nvPr/>
        </p:nvSpPr>
        <p:spPr>
          <a:xfrm>
            <a:off x="11022682" y="504492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D58BF0B-995F-556B-006F-3BB2E8BEB646}"/>
              </a:ext>
            </a:extLst>
          </p:cNvPr>
          <p:cNvSpPr txBox="1"/>
          <p:nvPr/>
        </p:nvSpPr>
        <p:spPr>
          <a:xfrm>
            <a:off x="5454110" y="3119490"/>
            <a:ext cx="106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semestre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7594CBD6-C6AE-B46D-C138-AD5FAC954D4F}"/>
              </a:ext>
            </a:extLst>
          </p:cNvPr>
          <p:cNvCxnSpPr>
            <a:cxnSpLocks/>
          </p:cNvCxnSpPr>
          <p:nvPr/>
        </p:nvCxnSpPr>
        <p:spPr>
          <a:xfrm>
            <a:off x="6185782" y="3465666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243EE4D5-105C-4A3C-8DD0-480F997FD754}"/>
              </a:ext>
            </a:extLst>
          </p:cNvPr>
          <p:cNvSpPr/>
          <p:nvPr/>
        </p:nvSpPr>
        <p:spPr>
          <a:xfrm>
            <a:off x="6124304" y="343460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4B2E8F1-A169-AC0F-0088-7341DB819E13}"/>
              </a:ext>
            </a:extLst>
          </p:cNvPr>
          <p:cNvSpPr txBox="1"/>
          <p:nvPr/>
        </p:nvSpPr>
        <p:spPr>
          <a:xfrm>
            <a:off x="6564150" y="312837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nota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0751139D-66D9-F8B4-AA0A-C2049183C053}"/>
              </a:ext>
            </a:extLst>
          </p:cNvPr>
          <p:cNvCxnSpPr>
            <a:cxnSpLocks/>
          </p:cNvCxnSpPr>
          <p:nvPr/>
        </p:nvCxnSpPr>
        <p:spPr>
          <a:xfrm>
            <a:off x="6797662" y="3497707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>
            <a:extLst>
              <a:ext uri="{FF2B5EF4-FFF2-40B4-BE49-F238E27FC236}">
                <a16:creationId xmlns:a16="http://schemas.microsoft.com/office/drawing/2014/main" id="{8595010A-A7C8-B679-9B9C-02F4DC57DEEE}"/>
              </a:ext>
            </a:extLst>
          </p:cNvPr>
          <p:cNvSpPr/>
          <p:nvPr/>
        </p:nvSpPr>
        <p:spPr>
          <a:xfrm>
            <a:off x="6717652" y="34666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Losango 2">
            <a:extLst>
              <a:ext uri="{FF2B5EF4-FFF2-40B4-BE49-F238E27FC236}">
                <a16:creationId xmlns:a16="http://schemas.microsoft.com/office/drawing/2014/main" id="{60D15B33-F52C-F430-5647-F1573D1C00D7}"/>
              </a:ext>
            </a:extLst>
          </p:cNvPr>
          <p:cNvSpPr/>
          <p:nvPr/>
        </p:nvSpPr>
        <p:spPr>
          <a:xfrm>
            <a:off x="9475206" y="5732088"/>
            <a:ext cx="958788" cy="672327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066F08C-F51B-91C0-E363-4F2F21DF885E}"/>
              </a:ext>
            </a:extLst>
          </p:cNvPr>
          <p:cNvSpPr txBox="1"/>
          <p:nvPr/>
        </p:nvSpPr>
        <p:spPr>
          <a:xfrm>
            <a:off x="7779863" y="4557840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D00A2C12-ECBE-A86E-C58A-B1BE0E9E7B50}"/>
              </a:ext>
            </a:extLst>
          </p:cNvPr>
          <p:cNvCxnSpPr>
            <a:cxnSpLocks/>
            <a:stCxn id="52" idx="3"/>
          </p:cNvCxnSpPr>
          <p:nvPr/>
        </p:nvCxnSpPr>
        <p:spPr>
          <a:xfrm flipH="1">
            <a:off x="7102483" y="4827381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809BAE9F-E5FD-A2C4-6DD4-DB1ED455070C}"/>
              </a:ext>
            </a:extLst>
          </p:cNvPr>
          <p:cNvSpPr/>
          <p:nvPr/>
        </p:nvSpPr>
        <p:spPr>
          <a:xfrm>
            <a:off x="7588560" y="4695708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92E3A81B-47A4-3831-ECF3-795D059792B2}"/>
              </a:ext>
            </a:extLst>
          </p:cNvPr>
          <p:cNvCxnSpPr>
            <a:cxnSpLocks/>
          </p:cNvCxnSpPr>
          <p:nvPr/>
        </p:nvCxnSpPr>
        <p:spPr>
          <a:xfrm flipV="1">
            <a:off x="5351961" y="6272122"/>
            <a:ext cx="0" cy="150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4DAD4A10-9136-E88B-CB49-15F3D063D4BC}"/>
              </a:ext>
            </a:extLst>
          </p:cNvPr>
          <p:cNvSpPr/>
          <p:nvPr/>
        </p:nvSpPr>
        <p:spPr>
          <a:xfrm>
            <a:off x="5271951" y="635492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81C487B2-6523-9DCC-C4C7-133FFE79649D}"/>
              </a:ext>
            </a:extLst>
          </p:cNvPr>
          <p:cNvCxnSpPr>
            <a:cxnSpLocks/>
          </p:cNvCxnSpPr>
          <p:nvPr/>
        </p:nvCxnSpPr>
        <p:spPr>
          <a:xfrm flipV="1">
            <a:off x="7077621" y="6251714"/>
            <a:ext cx="0" cy="171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>
            <a:extLst>
              <a:ext uri="{FF2B5EF4-FFF2-40B4-BE49-F238E27FC236}">
                <a16:creationId xmlns:a16="http://schemas.microsoft.com/office/drawing/2014/main" id="{F8F2C62C-401F-7E43-8ED7-672A46A2332C}"/>
              </a:ext>
            </a:extLst>
          </p:cNvPr>
          <p:cNvSpPr/>
          <p:nvPr/>
        </p:nvSpPr>
        <p:spPr>
          <a:xfrm>
            <a:off x="6997611" y="636776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0A1575E-18D4-85E6-B27E-499B2756597C}"/>
              </a:ext>
            </a:extLst>
          </p:cNvPr>
          <p:cNvSpPr txBox="1"/>
          <p:nvPr/>
        </p:nvSpPr>
        <p:spPr>
          <a:xfrm>
            <a:off x="9545269" y="5868547"/>
            <a:ext cx="95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orienta</a:t>
            </a:r>
          </a:p>
        </p:txBody>
      </p:sp>
      <p:cxnSp>
        <p:nvCxnSpPr>
          <p:cNvPr id="63" name="Conector: Angulado 62">
            <a:extLst>
              <a:ext uri="{FF2B5EF4-FFF2-40B4-BE49-F238E27FC236}">
                <a16:creationId xmlns:a16="http://schemas.microsoft.com/office/drawing/2014/main" id="{16556038-0CEE-23B4-1D18-0D72BDFF65F9}"/>
              </a:ext>
            </a:extLst>
          </p:cNvPr>
          <p:cNvCxnSpPr>
            <a:stCxn id="28" idx="3"/>
            <a:endCxn id="3" idx="1"/>
          </p:cNvCxnSpPr>
          <p:nvPr/>
        </p:nvCxnSpPr>
        <p:spPr>
          <a:xfrm>
            <a:off x="8340291" y="6067048"/>
            <a:ext cx="1134915" cy="12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141646CC-2E95-63E1-24A0-4C7F0E3DDF4C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9681938" y="5459426"/>
            <a:ext cx="540507" cy="481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4020BCE6-F589-D05E-C457-35349A2E740D}"/>
              </a:ext>
            </a:extLst>
          </p:cNvPr>
          <p:cNvSpPr txBox="1"/>
          <p:nvPr/>
        </p:nvSpPr>
        <p:spPr>
          <a:xfrm>
            <a:off x="9534939" y="522629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1,1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CC51FDD8-B453-526A-9010-E03D4FD87D73}"/>
              </a:ext>
            </a:extLst>
          </p:cNvPr>
          <p:cNvSpPr txBox="1"/>
          <p:nvPr/>
        </p:nvSpPr>
        <p:spPr>
          <a:xfrm>
            <a:off x="8322633" y="573208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D878AC24-DF0F-EB08-E179-C55C6748C662}"/>
              </a:ext>
            </a:extLst>
          </p:cNvPr>
          <p:cNvSpPr/>
          <p:nvPr/>
        </p:nvSpPr>
        <p:spPr>
          <a:xfrm>
            <a:off x="8135590" y="2673456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82AD3B4C-FD76-B411-35FC-D16D5BC8B149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>
          <a:xfrm rot="10800000" flipV="1">
            <a:off x="716706" y="3027994"/>
            <a:ext cx="7418885" cy="231740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Angulado 56">
            <a:extLst>
              <a:ext uri="{FF2B5EF4-FFF2-40B4-BE49-F238E27FC236}">
                <a16:creationId xmlns:a16="http://schemas.microsoft.com/office/drawing/2014/main" id="{F1C8967D-B5C1-E72F-0371-94229400C4C9}"/>
              </a:ext>
            </a:extLst>
          </p:cNvPr>
          <p:cNvCxnSpPr>
            <a:stCxn id="10" idx="3"/>
          </p:cNvCxnSpPr>
          <p:nvPr/>
        </p:nvCxnSpPr>
        <p:spPr>
          <a:xfrm>
            <a:off x="9196975" y="3027995"/>
            <a:ext cx="983973" cy="18557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C1550C35-2251-A4A8-2198-48C528EE5815}"/>
              </a:ext>
            </a:extLst>
          </p:cNvPr>
          <p:cNvSpPr txBox="1"/>
          <p:nvPr/>
        </p:nvSpPr>
        <p:spPr>
          <a:xfrm>
            <a:off x="8285370" y="2841360"/>
            <a:ext cx="1297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possui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62372F0-0747-80E4-C582-CDBA68CC4A72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Depto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AD6BE8DE-AD0C-7375-D2B6-F6963BAEDAC5}"/>
              </a:ext>
            </a:extLst>
          </p:cNvPr>
          <p:cNvSpPr txBox="1"/>
          <p:nvPr/>
        </p:nvSpPr>
        <p:spPr>
          <a:xfrm>
            <a:off x="10180948" y="4459634"/>
            <a:ext cx="24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CFB9F301-42F2-4177-9114-231B7E291D0F}"/>
              </a:ext>
            </a:extLst>
          </p:cNvPr>
          <p:cNvSpPr txBox="1"/>
          <p:nvPr/>
        </p:nvSpPr>
        <p:spPr>
          <a:xfrm>
            <a:off x="444568" y="4403604"/>
            <a:ext cx="24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FD67641C-6485-A5C2-D598-F881A8658652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1F0F0F1-5282-EBFE-7E79-9EE06C67CB0D}"/>
              </a:ext>
            </a:extLst>
          </p:cNvPr>
          <p:cNvSpPr txBox="1"/>
          <p:nvPr/>
        </p:nvSpPr>
        <p:spPr>
          <a:xfrm>
            <a:off x="883183" y="4340908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8003EF13-4DCC-2DA8-F41D-0994E617761A}"/>
              </a:ext>
            </a:extLst>
          </p:cNvPr>
          <p:cNvSpPr txBox="1"/>
          <p:nvPr/>
        </p:nvSpPr>
        <p:spPr>
          <a:xfrm>
            <a:off x="3309375" y="4405093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87E9267-8F4B-3CA7-0CE7-45A5AB28F9EB}"/>
              </a:ext>
            </a:extLst>
          </p:cNvPr>
          <p:cNvSpPr txBox="1"/>
          <p:nvPr/>
        </p:nvSpPr>
        <p:spPr>
          <a:xfrm>
            <a:off x="88181" y="152380"/>
            <a:ext cx="4635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Depto(</a:t>
            </a:r>
            <a:r>
              <a:rPr lang="pt-BR" sz="2400" u="sng" dirty="0" err="1"/>
              <a:t>cod_depto</a:t>
            </a:r>
            <a:r>
              <a:rPr lang="pt-BR" sz="2400" dirty="0"/>
              <a:t>, nome)</a:t>
            </a:r>
          </a:p>
          <a:p>
            <a:r>
              <a:rPr lang="pt-BR" sz="2400" dirty="0"/>
              <a:t>Disciplina(</a:t>
            </a:r>
            <a:r>
              <a:rPr lang="pt-BR" sz="2400" u="sng" dirty="0" err="1"/>
              <a:t>cod_disc</a:t>
            </a:r>
            <a:r>
              <a:rPr lang="pt-BR" sz="2400" dirty="0"/>
              <a:t>, nome)</a:t>
            </a:r>
          </a:p>
          <a:p>
            <a:r>
              <a:rPr lang="pt-BR" sz="2400" dirty="0"/>
              <a:t>Professor(</a:t>
            </a:r>
            <a:r>
              <a:rPr lang="pt-BR" sz="2400" u="sng" dirty="0" err="1"/>
              <a:t>mat_prof</a:t>
            </a:r>
            <a:r>
              <a:rPr lang="pt-BR" sz="2400" dirty="0"/>
              <a:t>, nome)</a:t>
            </a:r>
          </a:p>
          <a:p>
            <a:r>
              <a:rPr lang="pt-BR" sz="2400" dirty="0"/>
              <a:t>Aluno(</a:t>
            </a:r>
            <a:r>
              <a:rPr lang="pt-BR" sz="2400" u="sng" dirty="0" err="1"/>
              <a:t>mat_aluno</a:t>
            </a:r>
            <a:r>
              <a:rPr lang="pt-BR" sz="2400" dirty="0"/>
              <a:t>, nome, tipo)</a:t>
            </a:r>
          </a:p>
          <a:p>
            <a:r>
              <a:rPr lang="pt-BR" sz="2400" dirty="0" err="1"/>
              <a:t>Graduacao</a:t>
            </a:r>
            <a:r>
              <a:rPr lang="pt-BR" sz="2400" dirty="0"/>
              <a:t>(</a:t>
            </a:r>
            <a:r>
              <a:rPr lang="pt-BR" sz="2400" u="sng" dirty="0" err="1"/>
              <a:t>mat_aluno</a:t>
            </a:r>
            <a:r>
              <a:rPr lang="pt-BR" sz="2400" dirty="0"/>
              <a:t>, ingresso)</a:t>
            </a:r>
          </a:p>
          <a:p>
            <a:r>
              <a:rPr lang="pt-BR" sz="2400" dirty="0" err="1"/>
              <a:t>Pos</a:t>
            </a:r>
            <a:r>
              <a:rPr lang="pt-BR" sz="2400" dirty="0"/>
              <a:t>(</a:t>
            </a:r>
            <a:r>
              <a:rPr lang="pt-BR" sz="2400" u="sng" dirty="0" err="1"/>
              <a:t>mat_aluno</a:t>
            </a:r>
            <a:r>
              <a:rPr lang="pt-BR" sz="2400" dirty="0"/>
              <a:t>, </a:t>
            </a:r>
            <a:r>
              <a:rPr lang="pt-BR" sz="2400" dirty="0" err="1"/>
              <a:t>tit</a:t>
            </a:r>
            <a:r>
              <a:rPr lang="pt-BR" sz="2400" dirty="0"/>
              <a:t>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2ADA82-9100-819D-2876-1135AA98C768}"/>
              </a:ext>
            </a:extLst>
          </p:cNvPr>
          <p:cNvSpPr txBox="1"/>
          <p:nvPr/>
        </p:nvSpPr>
        <p:spPr>
          <a:xfrm>
            <a:off x="5361913" y="219987"/>
            <a:ext cx="4453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highlight>
                  <a:srgbClr val="FFFF00"/>
                </a:highlight>
              </a:rPr>
              <a:t>MAPEANDO AS GENERALIZAÇÕES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5C0AFE9-0038-A9CD-BCF4-F38C6A864162}"/>
              </a:ext>
            </a:extLst>
          </p:cNvPr>
          <p:cNvSpPr txBox="1"/>
          <p:nvPr/>
        </p:nvSpPr>
        <p:spPr>
          <a:xfrm>
            <a:off x="7757066" y="495909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C6A95AD-F72A-4064-70E2-EEBE5E114A9C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110969" y="5143757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F7E3D675-6BF1-D95B-FE66-E6D904880695}"/>
              </a:ext>
            </a:extLst>
          </p:cNvPr>
          <p:cNvSpPr/>
          <p:nvPr/>
        </p:nvSpPr>
        <p:spPr>
          <a:xfrm>
            <a:off x="7581727" y="506662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6365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EA069A-E909-1618-A7FB-8951E12486BA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Disciplina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13511BD-46EC-2F7B-9BF0-347DA4400F4D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68411B6-98E5-67ED-5F46-1561DFFAAFCB}"/>
              </a:ext>
            </a:extLst>
          </p:cNvPr>
          <p:cNvSpPr txBox="1"/>
          <p:nvPr/>
        </p:nvSpPr>
        <p:spPr>
          <a:xfrm>
            <a:off x="464155" y="5422532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5BE87BE-92D5-E86F-536B-7E0972FC3B2C}"/>
              </a:ext>
            </a:extLst>
          </p:cNvPr>
          <p:cNvSpPr txBox="1"/>
          <p:nvPr/>
        </p:nvSpPr>
        <p:spPr>
          <a:xfrm>
            <a:off x="5091975" y="5902790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Graduação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74C714-095A-3F19-53DD-540DA557174A}"/>
              </a:ext>
            </a:extLst>
          </p:cNvPr>
          <p:cNvSpPr txBox="1"/>
          <p:nvPr/>
        </p:nvSpPr>
        <p:spPr>
          <a:xfrm>
            <a:off x="6638738" y="5882382"/>
            <a:ext cx="1701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</a:t>
            </a:r>
          </a:p>
        </p:txBody>
      </p:sp>
      <p:sp>
        <p:nvSpPr>
          <p:cNvPr id="29" name="Triângulo isósceles 28">
            <a:extLst>
              <a:ext uri="{FF2B5EF4-FFF2-40B4-BE49-F238E27FC236}">
                <a16:creationId xmlns:a16="http://schemas.microsoft.com/office/drawing/2014/main" id="{0A88F4CD-F2AD-37E2-387B-AE9456EABA87}"/>
              </a:ext>
            </a:extLst>
          </p:cNvPr>
          <p:cNvSpPr/>
          <p:nvPr/>
        </p:nvSpPr>
        <p:spPr>
          <a:xfrm>
            <a:off x="6239235" y="5335763"/>
            <a:ext cx="492596" cy="36933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A2A70A18-8E8B-AA26-179A-36860295DEF3}"/>
              </a:ext>
            </a:extLst>
          </p:cNvPr>
          <p:cNvCxnSpPr>
            <a:cxnSpLocks/>
            <a:stCxn id="27" idx="0"/>
            <a:endCxn id="29" idx="2"/>
          </p:cNvCxnSpPr>
          <p:nvPr/>
        </p:nvCxnSpPr>
        <p:spPr>
          <a:xfrm flipV="1">
            <a:off x="5704725" y="5705094"/>
            <a:ext cx="534510" cy="19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0D2A0408-5EA6-AA1D-BB75-E206A7E26829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6731831" y="5705094"/>
            <a:ext cx="757684" cy="17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8B886746-8EE8-4797-18F3-7CEDB71ED3C4}"/>
              </a:ext>
            </a:extLst>
          </p:cNvPr>
          <p:cNvCxnSpPr>
            <a:cxnSpLocks/>
            <a:stCxn id="29" idx="0"/>
            <a:endCxn id="16" idx="2"/>
          </p:cNvCxnSpPr>
          <p:nvPr/>
        </p:nvCxnSpPr>
        <p:spPr>
          <a:xfrm flipV="1">
            <a:off x="6485533" y="5190941"/>
            <a:ext cx="12686" cy="144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49283D4-DE29-48BA-EB2F-72F5611F54D7}"/>
              </a:ext>
            </a:extLst>
          </p:cNvPr>
          <p:cNvSpPr txBox="1"/>
          <p:nvPr/>
        </p:nvSpPr>
        <p:spPr>
          <a:xfrm>
            <a:off x="6911916" y="6484189"/>
            <a:ext cx="122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tit</a:t>
            </a:r>
            <a:endParaRPr lang="pt-BR" sz="14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3FA3AD0-CCBB-39EA-22EB-D9EB8C410B3C}"/>
              </a:ext>
            </a:extLst>
          </p:cNvPr>
          <p:cNvSpPr txBox="1"/>
          <p:nvPr/>
        </p:nvSpPr>
        <p:spPr>
          <a:xfrm>
            <a:off x="4946276" y="6487307"/>
            <a:ext cx="1710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ingresso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346FD6C9-7CA7-7F00-E05D-EFFE2833CD87}"/>
              </a:ext>
            </a:extLst>
          </p:cNvPr>
          <p:cNvSpPr/>
          <p:nvPr/>
        </p:nvSpPr>
        <p:spPr>
          <a:xfrm>
            <a:off x="1903487" y="3903573"/>
            <a:ext cx="1061385" cy="70161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4F92186B-F382-A2FA-7065-2A719951F179}"/>
              </a:ext>
            </a:extLst>
          </p:cNvPr>
          <p:cNvCxnSpPr>
            <a:cxnSpLocks/>
          </p:cNvCxnSpPr>
          <p:nvPr/>
        </p:nvCxnSpPr>
        <p:spPr>
          <a:xfrm>
            <a:off x="2964872" y="4254381"/>
            <a:ext cx="574837" cy="5200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DB71E2BE-20DB-F229-1481-F5B66E12539B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1208657" y="4254382"/>
            <a:ext cx="694831" cy="4983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D38E04E-2E75-A539-3ECC-F8B9C32A6636}"/>
              </a:ext>
            </a:extLst>
          </p:cNvPr>
          <p:cNvSpPr txBox="1"/>
          <p:nvPr/>
        </p:nvSpPr>
        <p:spPr>
          <a:xfrm>
            <a:off x="1982677" y="4061958"/>
            <a:ext cx="136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vinculada</a:t>
            </a:r>
          </a:p>
        </p:txBody>
      </p:sp>
      <p:sp>
        <p:nvSpPr>
          <p:cNvPr id="4" name="Losango 3">
            <a:extLst>
              <a:ext uri="{FF2B5EF4-FFF2-40B4-BE49-F238E27FC236}">
                <a16:creationId xmlns:a16="http://schemas.microsoft.com/office/drawing/2014/main" id="{470FE198-B25F-4C07-525F-8AD95DE169B5}"/>
              </a:ext>
            </a:extLst>
          </p:cNvPr>
          <p:cNvSpPr/>
          <p:nvPr/>
        </p:nvSpPr>
        <p:spPr>
          <a:xfrm>
            <a:off x="5964267" y="3659144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0D244426-FA7C-AC9A-DC56-65C7AF4155B1}"/>
              </a:ext>
            </a:extLst>
          </p:cNvPr>
          <p:cNvCxnSpPr>
            <a:cxnSpLocks/>
            <a:stCxn id="4" idx="1"/>
            <a:endCxn id="14" idx="0"/>
          </p:cNvCxnSpPr>
          <p:nvPr/>
        </p:nvCxnSpPr>
        <p:spPr>
          <a:xfrm rot="10800000" flipV="1">
            <a:off x="3811847" y="4013683"/>
            <a:ext cx="2152421" cy="7607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03B67D44-26F8-D53A-8EF5-60639099F70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025652" y="4013683"/>
            <a:ext cx="2924130" cy="8085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F52D4360-1FCA-20A0-649A-BF3372E47DB4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rot="16200000" flipH="1">
            <a:off x="6269896" y="4593285"/>
            <a:ext cx="453387" cy="3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FF17B359-DA5C-16A2-8FA9-B0980C28F1B6}"/>
              </a:ext>
            </a:extLst>
          </p:cNvPr>
          <p:cNvSpPr txBox="1"/>
          <p:nvPr/>
        </p:nvSpPr>
        <p:spPr>
          <a:xfrm>
            <a:off x="6139257" y="3808010"/>
            <a:ext cx="77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cursa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56D2359C-6EAA-90EB-6186-8B1AA9D32B6D}"/>
              </a:ext>
            </a:extLst>
          </p:cNvPr>
          <p:cNvSpPr txBox="1"/>
          <p:nvPr/>
        </p:nvSpPr>
        <p:spPr>
          <a:xfrm>
            <a:off x="9638018" y="451440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63FA240B-298F-F482-FA96-9DEEA580DF73}"/>
              </a:ext>
            </a:extLst>
          </p:cNvPr>
          <p:cNvSpPr txBox="1"/>
          <p:nvPr/>
        </p:nvSpPr>
        <p:spPr>
          <a:xfrm>
            <a:off x="3784579" y="445307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E96F098C-F3F6-23F1-1D7F-036F6074428E}"/>
              </a:ext>
            </a:extLst>
          </p:cNvPr>
          <p:cNvSpPr txBox="1"/>
          <p:nvPr/>
        </p:nvSpPr>
        <p:spPr>
          <a:xfrm>
            <a:off x="6501281" y="444606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B9C1BFA-B9D1-C7A1-FDF1-84F9E66EDD64}"/>
              </a:ext>
            </a:extLst>
          </p:cNvPr>
          <p:cNvCxnSpPr>
            <a:cxnSpLocks/>
          </p:cNvCxnSpPr>
          <p:nvPr/>
        </p:nvCxnSpPr>
        <p:spPr>
          <a:xfrm>
            <a:off x="716705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1C6D70DE-6C29-6E5A-F89B-53A8F1A2E69D}"/>
              </a:ext>
            </a:extLst>
          </p:cNvPr>
          <p:cNvSpPr/>
          <p:nvPr/>
        </p:nvSpPr>
        <p:spPr>
          <a:xfrm>
            <a:off x="636695" y="534540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45623CB-F709-1CFE-520C-52BBB5F54BB2}"/>
              </a:ext>
            </a:extLst>
          </p:cNvPr>
          <p:cNvSpPr txBox="1"/>
          <p:nvPr/>
        </p:nvSpPr>
        <p:spPr>
          <a:xfrm>
            <a:off x="1208657" y="542253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792F570-5CBF-5D4E-A0BB-897D116CA863}"/>
              </a:ext>
            </a:extLst>
          </p:cNvPr>
          <p:cNvCxnSpPr>
            <a:cxnSpLocks/>
          </p:cNvCxnSpPr>
          <p:nvPr/>
        </p:nvCxnSpPr>
        <p:spPr>
          <a:xfrm>
            <a:off x="1579143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88067932-85AC-2C9A-05E1-BCA6E3E81C7B}"/>
              </a:ext>
            </a:extLst>
          </p:cNvPr>
          <p:cNvSpPr/>
          <p:nvPr/>
        </p:nvSpPr>
        <p:spPr>
          <a:xfrm>
            <a:off x="1499133" y="534540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484EE3F-5BFC-4EF5-E2E1-CB18CA81BB0E}"/>
              </a:ext>
            </a:extLst>
          </p:cNvPr>
          <p:cNvSpPr txBox="1"/>
          <p:nvPr/>
        </p:nvSpPr>
        <p:spPr>
          <a:xfrm>
            <a:off x="3067344" y="5441486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4EBC2F53-7499-D410-D113-E554F9505B7C}"/>
              </a:ext>
            </a:extLst>
          </p:cNvPr>
          <p:cNvCxnSpPr>
            <a:cxnSpLocks/>
          </p:cNvCxnSpPr>
          <p:nvPr/>
        </p:nvCxnSpPr>
        <p:spPr>
          <a:xfrm>
            <a:off x="3319894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06BB8423-58F8-495C-57F4-1290A5D00310}"/>
              </a:ext>
            </a:extLst>
          </p:cNvPr>
          <p:cNvSpPr/>
          <p:nvPr/>
        </p:nvSpPr>
        <p:spPr>
          <a:xfrm>
            <a:off x="3239884" y="536435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A1B1DAE-66DC-3D42-0E1D-D97F94FE4455}"/>
              </a:ext>
            </a:extLst>
          </p:cNvPr>
          <p:cNvSpPr txBox="1"/>
          <p:nvPr/>
        </p:nvSpPr>
        <p:spPr>
          <a:xfrm>
            <a:off x="3811846" y="544148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8549131B-31C1-74F5-3567-377BFBDA63EE}"/>
              </a:ext>
            </a:extLst>
          </p:cNvPr>
          <p:cNvCxnSpPr>
            <a:cxnSpLocks/>
          </p:cNvCxnSpPr>
          <p:nvPr/>
        </p:nvCxnSpPr>
        <p:spPr>
          <a:xfrm>
            <a:off x="4182332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ADC336D8-6DC4-3912-EC07-B56BEBB24A62}"/>
              </a:ext>
            </a:extLst>
          </p:cNvPr>
          <p:cNvSpPr/>
          <p:nvPr/>
        </p:nvSpPr>
        <p:spPr>
          <a:xfrm>
            <a:off x="4102322" y="536435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E4DE574-08BA-1E3D-0978-F035975806D8}"/>
              </a:ext>
            </a:extLst>
          </p:cNvPr>
          <p:cNvSpPr txBox="1"/>
          <p:nvPr/>
        </p:nvSpPr>
        <p:spPr>
          <a:xfrm>
            <a:off x="11229304" y="4559425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E54B4CC0-4097-6517-F428-85D16B256317}"/>
              </a:ext>
            </a:extLst>
          </p:cNvPr>
          <p:cNvCxnSpPr>
            <a:cxnSpLocks/>
            <a:stCxn id="41" idx="3"/>
          </p:cNvCxnSpPr>
          <p:nvPr/>
        </p:nvCxnSpPr>
        <p:spPr>
          <a:xfrm flipH="1">
            <a:off x="10551924" y="4828966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77F6851E-6347-395E-F8E3-7E12047FC9DF}"/>
              </a:ext>
            </a:extLst>
          </p:cNvPr>
          <p:cNvSpPr/>
          <p:nvPr/>
        </p:nvSpPr>
        <p:spPr>
          <a:xfrm>
            <a:off x="11038001" y="4697293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CAB3E4E-91AF-18C3-CEBC-5AD745D6A5A5}"/>
              </a:ext>
            </a:extLst>
          </p:cNvPr>
          <p:cNvSpPr txBox="1"/>
          <p:nvPr/>
        </p:nvSpPr>
        <p:spPr>
          <a:xfrm>
            <a:off x="11198021" y="4937392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DDB6315A-5B6A-10DA-15FC-D6C91872625B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10551924" y="5122058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2B427237-0023-F357-C3AD-689BD5634AFE}"/>
              </a:ext>
            </a:extLst>
          </p:cNvPr>
          <p:cNvSpPr/>
          <p:nvPr/>
        </p:nvSpPr>
        <p:spPr>
          <a:xfrm>
            <a:off x="11022682" y="504492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D58BF0B-995F-556B-006F-3BB2E8BEB646}"/>
              </a:ext>
            </a:extLst>
          </p:cNvPr>
          <p:cNvSpPr txBox="1"/>
          <p:nvPr/>
        </p:nvSpPr>
        <p:spPr>
          <a:xfrm>
            <a:off x="5454110" y="3119490"/>
            <a:ext cx="106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semestre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7594CBD6-C6AE-B46D-C138-AD5FAC954D4F}"/>
              </a:ext>
            </a:extLst>
          </p:cNvPr>
          <p:cNvCxnSpPr>
            <a:cxnSpLocks/>
          </p:cNvCxnSpPr>
          <p:nvPr/>
        </p:nvCxnSpPr>
        <p:spPr>
          <a:xfrm>
            <a:off x="6185782" y="3465666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243EE4D5-105C-4A3C-8DD0-480F997FD754}"/>
              </a:ext>
            </a:extLst>
          </p:cNvPr>
          <p:cNvSpPr/>
          <p:nvPr/>
        </p:nvSpPr>
        <p:spPr>
          <a:xfrm>
            <a:off x="6124304" y="343460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4B2E8F1-A169-AC0F-0088-7341DB819E13}"/>
              </a:ext>
            </a:extLst>
          </p:cNvPr>
          <p:cNvSpPr txBox="1"/>
          <p:nvPr/>
        </p:nvSpPr>
        <p:spPr>
          <a:xfrm>
            <a:off x="6564150" y="312837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nota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0751139D-66D9-F8B4-AA0A-C2049183C053}"/>
              </a:ext>
            </a:extLst>
          </p:cNvPr>
          <p:cNvCxnSpPr>
            <a:cxnSpLocks/>
          </p:cNvCxnSpPr>
          <p:nvPr/>
        </p:nvCxnSpPr>
        <p:spPr>
          <a:xfrm>
            <a:off x="6797662" y="3497707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>
            <a:extLst>
              <a:ext uri="{FF2B5EF4-FFF2-40B4-BE49-F238E27FC236}">
                <a16:creationId xmlns:a16="http://schemas.microsoft.com/office/drawing/2014/main" id="{8595010A-A7C8-B679-9B9C-02F4DC57DEEE}"/>
              </a:ext>
            </a:extLst>
          </p:cNvPr>
          <p:cNvSpPr/>
          <p:nvPr/>
        </p:nvSpPr>
        <p:spPr>
          <a:xfrm>
            <a:off x="6717652" y="34666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Losango 2">
            <a:extLst>
              <a:ext uri="{FF2B5EF4-FFF2-40B4-BE49-F238E27FC236}">
                <a16:creationId xmlns:a16="http://schemas.microsoft.com/office/drawing/2014/main" id="{60D15B33-F52C-F430-5647-F1573D1C00D7}"/>
              </a:ext>
            </a:extLst>
          </p:cNvPr>
          <p:cNvSpPr/>
          <p:nvPr/>
        </p:nvSpPr>
        <p:spPr>
          <a:xfrm>
            <a:off x="9475206" y="5732088"/>
            <a:ext cx="958788" cy="672327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066F08C-F51B-91C0-E363-4F2F21DF885E}"/>
              </a:ext>
            </a:extLst>
          </p:cNvPr>
          <p:cNvSpPr txBox="1"/>
          <p:nvPr/>
        </p:nvSpPr>
        <p:spPr>
          <a:xfrm>
            <a:off x="7779863" y="4557840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D00A2C12-ECBE-A86E-C58A-B1BE0E9E7B50}"/>
              </a:ext>
            </a:extLst>
          </p:cNvPr>
          <p:cNvCxnSpPr>
            <a:cxnSpLocks/>
            <a:stCxn id="52" idx="3"/>
          </p:cNvCxnSpPr>
          <p:nvPr/>
        </p:nvCxnSpPr>
        <p:spPr>
          <a:xfrm flipH="1">
            <a:off x="7102483" y="4827381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809BAE9F-E5FD-A2C4-6DD4-DB1ED455070C}"/>
              </a:ext>
            </a:extLst>
          </p:cNvPr>
          <p:cNvSpPr/>
          <p:nvPr/>
        </p:nvSpPr>
        <p:spPr>
          <a:xfrm>
            <a:off x="7588560" y="4695708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92E3A81B-47A4-3831-ECF3-795D059792B2}"/>
              </a:ext>
            </a:extLst>
          </p:cNvPr>
          <p:cNvCxnSpPr>
            <a:cxnSpLocks/>
          </p:cNvCxnSpPr>
          <p:nvPr/>
        </p:nvCxnSpPr>
        <p:spPr>
          <a:xfrm flipV="1">
            <a:off x="5351961" y="6272122"/>
            <a:ext cx="0" cy="150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4DAD4A10-9136-E88B-CB49-15F3D063D4BC}"/>
              </a:ext>
            </a:extLst>
          </p:cNvPr>
          <p:cNvSpPr/>
          <p:nvPr/>
        </p:nvSpPr>
        <p:spPr>
          <a:xfrm>
            <a:off x="5271951" y="635492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81C487B2-6523-9DCC-C4C7-133FFE79649D}"/>
              </a:ext>
            </a:extLst>
          </p:cNvPr>
          <p:cNvCxnSpPr>
            <a:cxnSpLocks/>
          </p:cNvCxnSpPr>
          <p:nvPr/>
        </p:nvCxnSpPr>
        <p:spPr>
          <a:xfrm flipV="1">
            <a:off x="7077621" y="6251714"/>
            <a:ext cx="0" cy="171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>
            <a:extLst>
              <a:ext uri="{FF2B5EF4-FFF2-40B4-BE49-F238E27FC236}">
                <a16:creationId xmlns:a16="http://schemas.microsoft.com/office/drawing/2014/main" id="{F8F2C62C-401F-7E43-8ED7-672A46A2332C}"/>
              </a:ext>
            </a:extLst>
          </p:cNvPr>
          <p:cNvSpPr/>
          <p:nvPr/>
        </p:nvSpPr>
        <p:spPr>
          <a:xfrm>
            <a:off x="6997611" y="636776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0A1575E-18D4-85E6-B27E-499B2756597C}"/>
              </a:ext>
            </a:extLst>
          </p:cNvPr>
          <p:cNvSpPr txBox="1"/>
          <p:nvPr/>
        </p:nvSpPr>
        <p:spPr>
          <a:xfrm>
            <a:off x="9545269" y="5868547"/>
            <a:ext cx="95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orienta</a:t>
            </a:r>
          </a:p>
        </p:txBody>
      </p:sp>
      <p:cxnSp>
        <p:nvCxnSpPr>
          <p:cNvPr id="63" name="Conector: Angulado 62">
            <a:extLst>
              <a:ext uri="{FF2B5EF4-FFF2-40B4-BE49-F238E27FC236}">
                <a16:creationId xmlns:a16="http://schemas.microsoft.com/office/drawing/2014/main" id="{16556038-0CEE-23B4-1D18-0D72BDFF65F9}"/>
              </a:ext>
            </a:extLst>
          </p:cNvPr>
          <p:cNvCxnSpPr>
            <a:stCxn id="28" idx="3"/>
            <a:endCxn id="3" idx="1"/>
          </p:cNvCxnSpPr>
          <p:nvPr/>
        </p:nvCxnSpPr>
        <p:spPr>
          <a:xfrm>
            <a:off x="8340291" y="6067048"/>
            <a:ext cx="1134915" cy="12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141646CC-2E95-63E1-24A0-4C7F0E3DDF4C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9681938" y="5459426"/>
            <a:ext cx="540507" cy="481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4020BCE6-F589-D05E-C457-35349A2E740D}"/>
              </a:ext>
            </a:extLst>
          </p:cNvPr>
          <p:cNvSpPr txBox="1"/>
          <p:nvPr/>
        </p:nvSpPr>
        <p:spPr>
          <a:xfrm>
            <a:off x="9534939" y="522629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1,1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CC51FDD8-B453-526A-9010-E03D4FD87D73}"/>
              </a:ext>
            </a:extLst>
          </p:cNvPr>
          <p:cNvSpPr txBox="1"/>
          <p:nvPr/>
        </p:nvSpPr>
        <p:spPr>
          <a:xfrm>
            <a:off x="8322633" y="573208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D878AC24-DF0F-EB08-E179-C55C6748C662}"/>
              </a:ext>
            </a:extLst>
          </p:cNvPr>
          <p:cNvSpPr/>
          <p:nvPr/>
        </p:nvSpPr>
        <p:spPr>
          <a:xfrm>
            <a:off x="8135590" y="2673456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82AD3B4C-FD76-B411-35FC-D16D5BC8B149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>
          <a:xfrm rot="10800000" flipV="1">
            <a:off x="716706" y="3027994"/>
            <a:ext cx="7418885" cy="231740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Angulado 56">
            <a:extLst>
              <a:ext uri="{FF2B5EF4-FFF2-40B4-BE49-F238E27FC236}">
                <a16:creationId xmlns:a16="http://schemas.microsoft.com/office/drawing/2014/main" id="{F1C8967D-B5C1-E72F-0371-94229400C4C9}"/>
              </a:ext>
            </a:extLst>
          </p:cNvPr>
          <p:cNvCxnSpPr>
            <a:stCxn id="10" idx="3"/>
          </p:cNvCxnSpPr>
          <p:nvPr/>
        </p:nvCxnSpPr>
        <p:spPr>
          <a:xfrm>
            <a:off x="9196975" y="3027995"/>
            <a:ext cx="983973" cy="18557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C1550C35-2251-A4A8-2198-48C528EE5815}"/>
              </a:ext>
            </a:extLst>
          </p:cNvPr>
          <p:cNvSpPr txBox="1"/>
          <p:nvPr/>
        </p:nvSpPr>
        <p:spPr>
          <a:xfrm>
            <a:off x="8285370" y="2841360"/>
            <a:ext cx="1297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possui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62372F0-0747-80E4-C582-CDBA68CC4A72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Depto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AD6BE8DE-AD0C-7375-D2B6-F6963BAEDAC5}"/>
              </a:ext>
            </a:extLst>
          </p:cNvPr>
          <p:cNvSpPr txBox="1"/>
          <p:nvPr/>
        </p:nvSpPr>
        <p:spPr>
          <a:xfrm>
            <a:off x="10180948" y="4459634"/>
            <a:ext cx="24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CFB9F301-42F2-4177-9114-231B7E291D0F}"/>
              </a:ext>
            </a:extLst>
          </p:cNvPr>
          <p:cNvSpPr txBox="1"/>
          <p:nvPr/>
        </p:nvSpPr>
        <p:spPr>
          <a:xfrm>
            <a:off x="444568" y="4403604"/>
            <a:ext cx="24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FD67641C-6485-A5C2-D598-F881A8658652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1F0F0F1-5282-EBFE-7E79-9EE06C67CB0D}"/>
              </a:ext>
            </a:extLst>
          </p:cNvPr>
          <p:cNvSpPr txBox="1"/>
          <p:nvPr/>
        </p:nvSpPr>
        <p:spPr>
          <a:xfrm>
            <a:off x="883183" y="4340908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8003EF13-4DCC-2DA8-F41D-0994E617761A}"/>
              </a:ext>
            </a:extLst>
          </p:cNvPr>
          <p:cNvSpPr txBox="1"/>
          <p:nvPr/>
        </p:nvSpPr>
        <p:spPr>
          <a:xfrm>
            <a:off x="3309375" y="4405093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87E9267-8F4B-3CA7-0CE7-45A5AB28F9EB}"/>
              </a:ext>
            </a:extLst>
          </p:cNvPr>
          <p:cNvSpPr txBox="1"/>
          <p:nvPr/>
        </p:nvSpPr>
        <p:spPr>
          <a:xfrm>
            <a:off x="88181" y="152380"/>
            <a:ext cx="4635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Depto(</a:t>
            </a:r>
            <a:r>
              <a:rPr lang="pt-BR" sz="2400" u="sng" dirty="0" err="1"/>
              <a:t>cod_depto</a:t>
            </a:r>
            <a:r>
              <a:rPr lang="pt-BR" sz="2400" dirty="0"/>
              <a:t>, nome)</a:t>
            </a:r>
          </a:p>
          <a:p>
            <a:r>
              <a:rPr lang="pt-BR" sz="2400" dirty="0"/>
              <a:t>Disciplina(</a:t>
            </a:r>
            <a:r>
              <a:rPr lang="pt-BR" sz="2400" u="sng" dirty="0" err="1"/>
              <a:t>cod_disc</a:t>
            </a:r>
            <a:r>
              <a:rPr lang="pt-BR" sz="2400" dirty="0"/>
              <a:t>, nome)</a:t>
            </a:r>
          </a:p>
          <a:p>
            <a:r>
              <a:rPr lang="pt-BR" sz="2400" dirty="0"/>
              <a:t>Professor(</a:t>
            </a:r>
            <a:r>
              <a:rPr lang="pt-BR" sz="2400" u="sng" dirty="0" err="1"/>
              <a:t>mat_prof</a:t>
            </a:r>
            <a:r>
              <a:rPr lang="pt-BR" sz="2400" dirty="0"/>
              <a:t>, nome)</a:t>
            </a:r>
          </a:p>
          <a:p>
            <a:r>
              <a:rPr lang="pt-BR" sz="2400" dirty="0"/>
              <a:t>Aluno(</a:t>
            </a:r>
            <a:r>
              <a:rPr lang="pt-BR" sz="2400" u="sng" dirty="0" err="1"/>
              <a:t>mat_aluno</a:t>
            </a:r>
            <a:r>
              <a:rPr lang="pt-BR" sz="2400" dirty="0"/>
              <a:t>, nome, tipo)</a:t>
            </a:r>
          </a:p>
          <a:p>
            <a:r>
              <a:rPr lang="pt-BR" sz="2400" dirty="0" err="1"/>
              <a:t>Graduacao</a:t>
            </a:r>
            <a:r>
              <a:rPr lang="pt-BR" sz="2400" dirty="0"/>
              <a:t>(</a:t>
            </a:r>
            <a:r>
              <a:rPr lang="pt-BR" sz="2400" u="sng" dirty="0" err="1"/>
              <a:t>mat_aluno</a:t>
            </a:r>
            <a:r>
              <a:rPr lang="pt-BR" sz="2400" dirty="0"/>
              <a:t>, ingresso)</a:t>
            </a:r>
          </a:p>
          <a:p>
            <a:r>
              <a:rPr lang="pt-BR" sz="2400" dirty="0" err="1"/>
              <a:t>Pos</a:t>
            </a:r>
            <a:r>
              <a:rPr lang="pt-BR" sz="2400" dirty="0"/>
              <a:t>(</a:t>
            </a:r>
            <a:r>
              <a:rPr lang="pt-BR" sz="2400" u="sng" dirty="0" err="1"/>
              <a:t>mat_aluno</a:t>
            </a:r>
            <a:r>
              <a:rPr lang="pt-BR" sz="2400" dirty="0"/>
              <a:t>, </a:t>
            </a:r>
            <a:r>
              <a:rPr lang="pt-BR" sz="2400" dirty="0" err="1"/>
              <a:t>tit</a:t>
            </a:r>
            <a:r>
              <a:rPr lang="pt-BR" sz="2400" dirty="0"/>
              <a:t>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3473586-455B-CDCC-66BB-00525AAFE71D}"/>
              </a:ext>
            </a:extLst>
          </p:cNvPr>
          <p:cNvSpPr txBox="1"/>
          <p:nvPr/>
        </p:nvSpPr>
        <p:spPr>
          <a:xfrm>
            <a:off x="5056153" y="144621"/>
            <a:ext cx="721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Cursa(</a:t>
            </a:r>
            <a:r>
              <a:rPr lang="pt-BR" sz="2400" u="sng" dirty="0" err="1"/>
              <a:t>cod_disc</a:t>
            </a:r>
            <a:r>
              <a:rPr lang="pt-BR" sz="2400" u="sng" dirty="0"/>
              <a:t>, </a:t>
            </a:r>
            <a:r>
              <a:rPr lang="pt-BR" sz="2400" u="sng" dirty="0" err="1"/>
              <a:t>mat_aluno</a:t>
            </a:r>
            <a:r>
              <a:rPr lang="pt-BR" sz="2400" dirty="0"/>
              <a:t>, </a:t>
            </a:r>
            <a:r>
              <a:rPr lang="pt-BR" sz="2400" dirty="0" err="1"/>
              <a:t>mat_prof</a:t>
            </a:r>
            <a:r>
              <a:rPr lang="pt-BR" sz="2400" dirty="0"/>
              <a:t>, semestre, nota)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F0AC0B-2A05-3128-C92B-DDFCB5C6F7E4}"/>
              </a:ext>
            </a:extLst>
          </p:cNvPr>
          <p:cNvSpPr txBox="1"/>
          <p:nvPr/>
        </p:nvSpPr>
        <p:spPr>
          <a:xfrm>
            <a:off x="6638738" y="1209574"/>
            <a:ext cx="57788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highlight>
                  <a:srgbClr val="FFFF00"/>
                </a:highlight>
              </a:rPr>
              <a:t>MAPEANDO OS RELACIONAMENTO TERNÁRIOS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AF95109-6479-D573-F9C0-31B747C4935E}"/>
              </a:ext>
            </a:extLst>
          </p:cNvPr>
          <p:cNvSpPr txBox="1"/>
          <p:nvPr/>
        </p:nvSpPr>
        <p:spPr>
          <a:xfrm>
            <a:off x="7757066" y="495909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209D2414-ABE1-EF31-A18A-65B813194AD0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110969" y="5143757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3301EEF1-CFF6-ADDA-002F-E9AEBF275E77}"/>
              </a:ext>
            </a:extLst>
          </p:cNvPr>
          <p:cNvSpPr/>
          <p:nvPr/>
        </p:nvSpPr>
        <p:spPr>
          <a:xfrm>
            <a:off x="7581727" y="506662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B99DF5A9-F684-2B42-90C5-FFBDD4E11F8E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6284324" y="772886"/>
            <a:ext cx="210636" cy="2886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562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EA069A-E909-1618-A7FB-8951E12486BA}"/>
              </a:ext>
            </a:extLst>
          </p:cNvPr>
          <p:cNvSpPr txBox="1"/>
          <p:nvPr/>
        </p:nvSpPr>
        <p:spPr>
          <a:xfrm>
            <a:off x="3079691" y="4774425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Disciplina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13511BD-46EC-2F7B-9BF0-347DA4400F4D}"/>
              </a:ext>
            </a:extLst>
          </p:cNvPr>
          <p:cNvSpPr txBox="1"/>
          <p:nvPr/>
        </p:nvSpPr>
        <p:spPr>
          <a:xfrm>
            <a:off x="5885469" y="4821609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68411B6-98E5-67ED-5F46-1561DFFAAFCB}"/>
              </a:ext>
            </a:extLst>
          </p:cNvPr>
          <p:cNvSpPr txBox="1"/>
          <p:nvPr/>
        </p:nvSpPr>
        <p:spPr>
          <a:xfrm>
            <a:off x="464155" y="5422532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5BE87BE-92D5-E86F-536B-7E0972FC3B2C}"/>
              </a:ext>
            </a:extLst>
          </p:cNvPr>
          <p:cNvSpPr txBox="1"/>
          <p:nvPr/>
        </p:nvSpPr>
        <p:spPr>
          <a:xfrm>
            <a:off x="5091975" y="5902790"/>
            <a:ext cx="12255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Graduação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74C714-095A-3F19-53DD-540DA557174A}"/>
              </a:ext>
            </a:extLst>
          </p:cNvPr>
          <p:cNvSpPr txBox="1"/>
          <p:nvPr/>
        </p:nvSpPr>
        <p:spPr>
          <a:xfrm>
            <a:off x="6638738" y="5882382"/>
            <a:ext cx="1701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</a:t>
            </a:r>
          </a:p>
        </p:txBody>
      </p:sp>
      <p:sp>
        <p:nvSpPr>
          <p:cNvPr id="29" name="Triângulo isósceles 28">
            <a:extLst>
              <a:ext uri="{FF2B5EF4-FFF2-40B4-BE49-F238E27FC236}">
                <a16:creationId xmlns:a16="http://schemas.microsoft.com/office/drawing/2014/main" id="{0A88F4CD-F2AD-37E2-387B-AE9456EABA87}"/>
              </a:ext>
            </a:extLst>
          </p:cNvPr>
          <p:cNvSpPr/>
          <p:nvPr/>
        </p:nvSpPr>
        <p:spPr>
          <a:xfrm>
            <a:off x="6239235" y="5335763"/>
            <a:ext cx="492596" cy="36933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A2A70A18-8E8B-AA26-179A-36860295DEF3}"/>
              </a:ext>
            </a:extLst>
          </p:cNvPr>
          <p:cNvCxnSpPr>
            <a:cxnSpLocks/>
            <a:stCxn id="27" idx="0"/>
            <a:endCxn id="29" idx="2"/>
          </p:cNvCxnSpPr>
          <p:nvPr/>
        </p:nvCxnSpPr>
        <p:spPr>
          <a:xfrm flipV="1">
            <a:off x="5704725" y="5705094"/>
            <a:ext cx="534510" cy="197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0D2A0408-5EA6-AA1D-BB75-E206A7E26829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6731831" y="5705094"/>
            <a:ext cx="757684" cy="17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8B886746-8EE8-4797-18F3-7CEDB71ED3C4}"/>
              </a:ext>
            </a:extLst>
          </p:cNvPr>
          <p:cNvCxnSpPr>
            <a:cxnSpLocks/>
            <a:stCxn id="29" idx="0"/>
            <a:endCxn id="16" idx="2"/>
          </p:cNvCxnSpPr>
          <p:nvPr/>
        </p:nvCxnSpPr>
        <p:spPr>
          <a:xfrm flipV="1">
            <a:off x="6485533" y="5190941"/>
            <a:ext cx="12686" cy="144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49283D4-DE29-48BA-EB2F-72F5611F54D7}"/>
              </a:ext>
            </a:extLst>
          </p:cNvPr>
          <p:cNvSpPr txBox="1"/>
          <p:nvPr/>
        </p:nvSpPr>
        <p:spPr>
          <a:xfrm>
            <a:off x="6911916" y="6484189"/>
            <a:ext cx="122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tit</a:t>
            </a:r>
            <a:endParaRPr lang="pt-BR" sz="14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3FA3AD0-CCBB-39EA-22EB-D9EB8C410B3C}"/>
              </a:ext>
            </a:extLst>
          </p:cNvPr>
          <p:cNvSpPr txBox="1"/>
          <p:nvPr/>
        </p:nvSpPr>
        <p:spPr>
          <a:xfrm>
            <a:off x="4946276" y="6487307"/>
            <a:ext cx="1710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ingresso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346FD6C9-7CA7-7F00-E05D-EFFE2833CD87}"/>
              </a:ext>
            </a:extLst>
          </p:cNvPr>
          <p:cNvSpPr/>
          <p:nvPr/>
        </p:nvSpPr>
        <p:spPr>
          <a:xfrm>
            <a:off x="1903487" y="3903573"/>
            <a:ext cx="1061385" cy="70161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4F92186B-F382-A2FA-7065-2A719951F179}"/>
              </a:ext>
            </a:extLst>
          </p:cNvPr>
          <p:cNvCxnSpPr>
            <a:cxnSpLocks/>
          </p:cNvCxnSpPr>
          <p:nvPr/>
        </p:nvCxnSpPr>
        <p:spPr>
          <a:xfrm>
            <a:off x="2964872" y="4254381"/>
            <a:ext cx="574837" cy="5200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DB71E2BE-20DB-F229-1481-F5B66E12539B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1208657" y="4254382"/>
            <a:ext cx="694831" cy="4983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D38E04E-2E75-A539-3ECC-F8B9C32A6636}"/>
              </a:ext>
            </a:extLst>
          </p:cNvPr>
          <p:cNvSpPr txBox="1"/>
          <p:nvPr/>
        </p:nvSpPr>
        <p:spPr>
          <a:xfrm>
            <a:off x="1982677" y="4061958"/>
            <a:ext cx="136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highlight>
                  <a:srgbClr val="FFFF00"/>
                </a:highlight>
              </a:rPr>
              <a:t>vinculada</a:t>
            </a:r>
          </a:p>
        </p:txBody>
      </p:sp>
      <p:sp>
        <p:nvSpPr>
          <p:cNvPr id="4" name="Losango 3">
            <a:extLst>
              <a:ext uri="{FF2B5EF4-FFF2-40B4-BE49-F238E27FC236}">
                <a16:creationId xmlns:a16="http://schemas.microsoft.com/office/drawing/2014/main" id="{470FE198-B25F-4C07-525F-8AD95DE169B5}"/>
              </a:ext>
            </a:extLst>
          </p:cNvPr>
          <p:cNvSpPr/>
          <p:nvPr/>
        </p:nvSpPr>
        <p:spPr>
          <a:xfrm>
            <a:off x="5964267" y="3659144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0D244426-FA7C-AC9A-DC56-65C7AF4155B1}"/>
              </a:ext>
            </a:extLst>
          </p:cNvPr>
          <p:cNvCxnSpPr>
            <a:cxnSpLocks/>
            <a:stCxn id="4" idx="1"/>
            <a:endCxn id="14" idx="0"/>
          </p:cNvCxnSpPr>
          <p:nvPr/>
        </p:nvCxnSpPr>
        <p:spPr>
          <a:xfrm rot="10800000" flipV="1">
            <a:off x="3811847" y="4013683"/>
            <a:ext cx="2152421" cy="7607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03B67D44-26F8-D53A-8EF5-60639099F70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025652" y="4013683"/>
            <a:ext cx="2924130" cy="8085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F52D4360-1FCA-20A0-649A-BF3372E47DB4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rot="16200000" flipH="1">
            <a:off x="6269896" y="4593285"/>
            <a:ext cx="453387" cy="3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FF17B359-DA5C-16A2-8FA9-B0980C28F1B6}"/>
              </a:ext>
            </a:extLst>
          </p:cNvPr>
          <p:cNvSpPr txBox="1"/>
          <p:nvPr/>
        </p:nvSpPr>
        <p:spPr>
          <a:xfrm>
            <a:off x="6139257" y="3808010"/>
            <a:ext cx="77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cursa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56D2359C-6EAA-90EB-6186-8B1AA9D32B6D}"/>
              </a:ext>
            </a:extLst>
          </p:cNvPr>
          <p:cNvSpPr txBox="1"/>
          <p:nvPr/>
        </p:nvSpPr>
        <p:spPr>
          <a:xfrm>
            <a:off x="9638018" y="451440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63FA240B-298F-F482-FA96-9DEEA580DF73}"/>
              </a:ext>
            </a:extLst>
          </p:cNvPr>
          <p:cNvSpPr txBox="1"/>
          <p:nvPr/>
        </p:nvSpPr>
        <p:spPr>
          <a:xfrm>
            <a:off x="3784579" y="445307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E96F098C-F3F6-23F1-1D7F-036F6074428E}"/>
              </a:ext>
            </a:extLst>
          </p:cNvPr>
          <p:cNvSpPr txBox="1"/>
          <p:nvPr/>
        </p:nvSpPr>
        <p:spPr>
          <a:xfrm>
            <a:off x="6501281" y="4446063"/>
            <a:ext cx="3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B9C1BFA-B9D1-C7A1-FDF1-84F9E66EDD64}"/>
              </a:ext>
            </a:extLst>
          </p:cNvPr>
          <p:cNvCxnSpPr>
            <a:cxnSpLocks/>
          </p:cNvCxnSpPr>
          <p:nvPr/>
        </p:nvCxnSpPr>
        <p:spPr>
          <a:xfrm>
            <a:off x="716705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1C6D70DE-6C29-6E5A-F89B-53A8F1A2E69D}"/>
              </a:ext>
            </a:extLst>
          </p:cNvPr>
          <p:cNvSpPr/>
          <p:nvPr/>
        </p:nvSpPr>
        <p:spPr>
          <a:xfrm>
            <a:off x="636695" y="534540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45623CB-F709-1CFE-520C-52BBB5F54BB2}"/>
              </a:ext>
            </a:extLst>
          </p:cNvPr>
          <p:cNvSpPr txBox="1"/>
          <p:nvPr/>
        </p:nvSpPr>
        <p:spPr>
          <a:xfrm>
            <a:off x="1208657" y="542253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792F570-5CBF-5D4E-A0BB-897D116CA863}"/>
              </a:ext>
            </a:extLst>
          </p:cNvPr>
          <p:cNvCxnSpPr>
            <a:cxnSpLocks/>
          </p:cNvCxnSpPr>
          <p:nvPr/>
        </p:nvCxnSpPr>
        <p:spPr>
          <a:xfrm>
            <a:off x="1579143" y="5122058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88067932-85AC-2C9A-05E1-BCA6E3E81C7B}"/>
              </a:ext>
            </a:extLst>
          </p:cNvPr>
          <p:cNvSpPr/>
          <p:nvPr/>
        </p:nvSpPr>
        <p:spPr>
          <a:xfrm>
            <a:off x="1499133" y="534540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484EE3F-5BFC-4EF5-E2E1-CB18CA81BB0E}"/>
              </a:ext>
            </a:extLst>
          </p:cNvPr>
          <p:cNvSpPr txBox="1"/>
          <p:nvPr/>
        </p:nvSpPr>
        <p:spPr>
          <a:xfrm>
            <a:off x="3067344" y="5441486"/>
            <a:ext cx="54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4EBC2F53-7499-D410-D113-E554F9505B7C}"/>
              </a:ext>
            </a:extLst>
          </p:cNvPr>
          <p:cNvCxnSpPr>
            <a:cxnSpLocks/>
          </p:cNvCxnSpPr>
          <p:nvPr/>
        </p:nvCxnSpPr>
        <p:spPr>
          <a:xfrm>
            <a:off x="3319894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06BB8423-58F8-495C-57F4-1290A5D00310}"/>
              </a:ext>
            </a:extLst>
          </p:cNvPr>
          <p:cNvSpPr/>
          <p:nvPr/>
        </p:nvSpPr>
        <p:spPr>
          <a:xfrm>
            <a:off x="3239884" y="536435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A1B1DAE-66DC-3D42-0E1D-D97F94FE4455}"/>
              </a:ext>
            </a:extLst>
          </p:cNvPr>
          <p:cNvSpPr txBox="1"/>
          <p:nvPr/>
        </p:nvSpPr>
        <p:spPr>
          <a:xfrm>
            <a:off x="3811846" y="544148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8549131B-31C1-74F5-3567-377BFBDA63EE}"/>
              </a:ext>
            </a:extLst>
          </p:cNvPr>
          <p:cNvCxnSpPr>
            <a:cxnSpLocks/>
          </p:cNvCxnSpPr>
          <p:nvPr/>
        </p:nvCxnSpPr>
        <p:spPr>
          <a:xfrm>
            <a:off x="4182332" y="5141012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ADC336D8-6DC4-3912-EC07-B56BEBB24A62}"/>
              </a:ext>
            </a:extLst>
          </p:cNvPr>
          <p:cNvSpPr/>
          <p:nvPr/>
        </p:nvSpPr>
        <p:spPr>
          <a:xfrm>
            <a:off x="4102322" y="536435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E4DE574-08BA-1E3D-0978-F035975806D8}"/>
              </a:ext>
            </a:extLst>
          </p:cNvPr>
          <p:cNvSpPr txBox="1"/>
          <p:nvPr/>
        </p:nvSpPr>
        <p:spPr>
          <a:xfrm>
            <a:off x="11229304" y="4559425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E54B4CC0-4097-6517-F428-85D16B256317}"/>
              </a:ext>
            </a:extLst>
          </p:cNvPr>
          <p:cNvCxnSpPr>
            <a:cxnSpLocks/>
            <a:stCxn id="41" idx="3"/>
          </p:cNvCxnSpPr>
          <p:nvPr/>
        </p:nvCxnSpPr>
        <p:spPr>
          <a:xfrm flipH="1">
            <a:off x="10551924" y="4828966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77F6851E-6347-395E-F8E3-7E12047FC9DF}"/>
              </a:ext>
            </a:extLst>
          </p:cNvPr>
          <p:cNvSpPr/>
          <p:nvPr/>
        </p:nvSpPr>
        <p:spPr>
          <a:xfrm>
            <a:off x="11038001" y="4697293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CAB3E4E-91AF-18C3-CEBC-5AD745D6A5A5}"/>
              </a:ext>
            </a:extLst>
          </p:cNvPr>
          <p:cNvSpPr txBox="1"/>
          <p:nvPr/>
        </p:nvSpPr>
        <p:spPr>
          <a:xfrm>
            <a:off x="11198021" y="4937392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DDB6315A-5B6A-10DA-15FC-D6C91872625B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10551924" y="5122058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2B427237-0023-F357-C3AD-689BD5634AFE}"/>
              </a:ext>
            </a:extLst>
          </p:cNvPr>
          <p:cNvSpPr/>
          <p:nvPr/>
        </p:nvSpPr>
        <p:spPr>
          <a:xfrm>
            <a:off x="11022682" y="504492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D58BF0B-995F-556B-006F-3BB2E8BEB646}"/>
              </a:ext>
            </a:extLst>
          </p:cNvPr>
          <p:cNvSpPr txBox="1"/>
          <p:nvPr/>
        </p:nvSpPr>
        <p:spPr>
          <a:xfrm>
            <a:off x="5454110" y="3119490"/>
            <a:ext cx="106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semestre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7594CBD6-C6AE-B46D-C138-AD5FAC954D4F}"/>
              </a:ext>
            </a:extLst>
          </p:cNvPr>
          <p:cNvCxnSpPr>
            <a:cxnSpLocks/>
          </p:cNvCxnSpPr>
          <p:nvPr/>
        </p:nvCxnSpPr>
        <p:spPr>
          <a:xfrm>
            <a:off x="6185782" y="3465666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243EE4D5-105C-4A3C-8DD0-480F997FD754}"/>
              </a:ext>
            </a:extLst>
          </p:cNvPr>
          <p:cNvSpPr/>
          <p:nvPr/>
        </p:nvSpPr>
        <p:spPr>
          <a:xfrm>
            <a:off x="6124304" y="343460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4B2E8F1-A169-AC0F-0088-7341DB819E13}"/>
              </a:ext>
            </a:extLst>
          </p:cNvPr>
          <p:cNvSpPr txBox="1"/>
          <p:nvPr/>
        </p:nvSpPr>
        <p:spPr>
          <a:xfrm>
            <a:off x="6564150" y="3128375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nota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0751139D-66D9-F8B4-AA0A-C2049183C053}"/>
              </a:ext>
            </a:extLst>
          </p:cNvPr>
          <p:cNvCxnSpPr>
            <a:cxnSpLocks/>
          </p:cNvCxnSpPr>
          <p:nvPr/>
        </p:nvCxnSpPr>
        <p:spPr>
          <a:xfrm>
            <a:off x="6797662" y="3497707"/>
            <a:ext cx="0" cy="377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>
            <a:extLst>
              <a:ext uri="{FF2B5EF4-FFF2-40B4-BE49-F238E27FC236}">
                <a16:creationId xmlns:a16="http://schemas.microsoft.com/office/drawing/2014/main" id="{8595010A-A7C8-B679-9B9C-02F4DC57DEEE}"/>
              </a:ext>
            </a:extLst>
          </p:cNvPr>
          <p:cNvSpPr/>
          <p:nvPr/>
        </p:nvSpPr>
        <p:spPr>
          <a:xfrm>
            <a:off x="6717652" y="34666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Losango 2">
            <a:extLst>
              <a:ext uri="{FF2B5EF4-FFF2-40B4-BE49-F238E27FC236}">
                <a16:creationId xmlns:a16="http://schemas.microsoft.com/office/drawing/2014/main" id="{60D15B33-F52C-F430-5647-F1573D1C00D7}"/>
              </a:ext>
            </a:extLst>
          </p:cNvPr>
          <p:cNvSpPr/>
          <p:nvPr/>
        </p:nvSpPr>
        <p:spPr>
          <a:xfrm>
            <a:off x="9475206" y="5732088"/>
            <a:ext cx="958788" cy="672327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066F08C-F51B-91C0-E363-4F2F21DF885E}"/>
              </a:ext>
            </a:extLst>
          </p:cNvPr>
          <p:cNvSpPr txBox="1"/>
          <p:nvPr/>
        </p:nvSpPr>
        <p:spPr>
          <a:xfrm>
            <a:off x="7779863" y="4557840"/>
            <a:ext cx="71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D00A2C12-ECBE-A86E-C58A-B1BE0E9E7B50}"/>
              </a:ext>
            </a:extLst>
          </p:cNvPr>
          <p:cNvCxnSpPr>
            <a:cxnSpLocks/>
            <a:stCxn id="52" idx="3"/>
          </p:cNvCxnSpPr>
          <p:nvPr/>
        </p:nvCxnSpPr>
        <p:spPr>
          <a:xfrm flipH="1">
            <a:off x="7102483" y="4827381"/>
            <a:ext cx="509511" cy="17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809BAE9F-E5FD-A2C4-6DD4-DB1ED455070C}"/>
              </a:ext>
            </a:extLst>
          </p:cNvPr>
          <p:cNvSpPr/>
          <p:nvPr/>
        </p:nvSpPr>
        <p:spPr>
          <a:xfrm>
            <a:off x="7588560" y="4695708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92E3A81B-47A4-3831-ECF3-795D059792B2}"/>
              </a:ext>
            </a:extLst>
          </p:cNvPr>
          <p:cNvCxnSpPr>
            <a:cxnSpLocks/>
          </p:cNvCxnSpPr>
          <p:nvPr/>
        </p:nvCxnSpPr>
        <p:spPr>
          <a:xfrm flipV="1">
            <a:off x="5351961" y="6272122"/>
            <a:ext cx="0" cy="150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4DAD4A10-9136-E88B-CB49-15F3D063D4BC}"/>
              </a:ext>
            </a:extLst>
          </p:cNvPr>
          <p:cNvSpPr/>
          <p:nvPr/>
        </p:nvSpPr>
        <p:spPr>
          <a:xfrm>
            <a:off x="5271951" y="635492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81C487B2-6523-9DCC-C4C7-133FFE79649D}"/>
              </a:ext>
            </a:extLst>
          </p:cNvPr>
          <p:cNvCxnSpPr>
            <a:cxnSpLocks/>
          </p:cNvCxnSpPr>
          <p:nvPr/>
        </p:nvCxnSpPr>
        <p:spPr>
          <a:xfrm flipV="1">
            <a:off x="7077621" y="6251714"/>
            <a:ext cx="0" cy="171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>
            <a:extLst>
              <a:ext uri="{FF2B5EF4-FFF2-40B4-BE49-F238E27FC236}">
                <a16:creationId xmlns:a16="http://schemas.microsoft.com/office/drawing/2014/main" id="{F8F2C62C-401F-7E43-8ED7-672A46A2332C}"/>
              </a:ext>
            </a:extLst>
          </p:cNvPr>
          <p:cNvSpPr/>
          <p:nvPr/>
        </p:nvSpPr>
        <p:spPr>
          <a:xfrm>
            <a:off x="6997611" y="6367764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0A1575E-18D4-85E6-B27E-499B2756597C}"/>
              </a:ext>
            </a:extLst>
          </p:cNvPr>
          <p:cNvSpPr txBox="1"/>
          <p:nvPr/>
        </p:nvSpPr>
        <p:spPr>
          <a:xfrm>
            <a:off x="9545269" y="5868547"/>
            <a:ext cx="95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orienta</a:t>
            </a:r>
          </a:p>
        </p:txBody>
      </p:sp>
      <p:cxnSp>
        <p:nvCxnSpPr>
          <p:cNvPr id="63" name="Conector: Angulado 62">
            <a:extLst>
              <a:ext uri="{FF2B5EF4-FFF2-40B4-BE49-F238E27FC236}">
                <a16:creationId xmlns:a16="http://schemas.microsoft.com/office/drawing/2014/main" id="{16556038-0CEE-23B4-1D18-0D72BDFF65F9}"/>
              </a:ext>
            </a:extLst>
          </p:cNvPr>
          <p:cNvCxnSpPr>
            <a:stCxn id="28" idx="3"/>
            <a:endCxn id="3" idx="1"/>
          </p:cNvCxnSpPr>
          <p:nvPr/>
        </p:nvCxnSpPr>
        <p:spPr>
          <a:xfrm>
            <a:off x="8340291" y="6067048"/>
            <a:ext cx="1134915" cy="12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141646CC-2E95-63E1-24A0-4C7F0E3DDF4C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9681938" y="5459426"/>
            <a:ext cx="540507" cy="481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4020BCE6-F589-D05E-C457-35349A2E740D}"/>
              </a:ext>
            </a:extLst>
          </p:cNvPr>
          <p:cNvSpPr txBox="1"/>
          <p:nvPr/>
        </p:nvSpPr>
        <p:spPr>
          <a:xfrm>
            <a:off x="9534939" y="522629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1,1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CC51FDD8-B453-526A-9010-E03D4FD87D73}"/>
              </a:ext>
            </a:extLst>
          </p:cNvPr>
          <p:cNvSpPr txBox="1"/>
          <p:nvPr/>
        </p:nvSpPr>
        <p:spPr>
          <a:xfrm>
            <a:off x="8322633" y="5732088"/>
            <a:ext cx="68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D878AC24-DF0F-EB08-E179-C55C6748C662}"/>
              </a:ext>
            </a:extLst>
          </p:cNvPr>
          <p:cNvSpPr/>
          <p:nvPr/>
        </p:nvSpPr>
        <p:spPr>
          <a:xfrm>
            <a:off x="8135590" y="2673456"/>
            <a:ext cx="1061385" cy="709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82AD3B4C-FD76-B411-35FC-D16D5BC8B149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>
          <a:xfrm rot="10800000" flipV="1">
            <a:off x="716706" y="3027994"/>
            <a:ext cx="7418885" cy="231740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Angulado 56">
            <a:extLst>
              <a:ext uri="{FF2B5EF4-FFF2-40B4-BE49-F238E27FC236}">
                <a16:creationId xmlns:a16="http://schemas.microsoft.com/office/drawing/2014/main" id="{F1C8967D-B5C1-E72F-0371-94229400C4C9}"/>
              </a:ext>
            </a:extLst>
          </p:cNvPr>
          <p:cNvCxnSpPr>
            <a:stCxn id="10" idx="3"/>
          </p:cNvCxnSpPr>
          <p:nvPr/>
        </p:nvCxnSpPr>
        <p:spPr>
          <a:xfrm>
            <a:off x="9196975" y="3027995"/>
            <a:ext cx="983973" cy="18557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C1550C35-2251-A4A8-2198-48C528EE5815}"/>
              </a:ext>
            </a:extLst>
          </p:cNvPr>
          <p:cNvSpPr txBox="1"/>
          <p:nvPr/>
        </p:nvSpPr>
        <p:spPr>
          <a:xfrm>
            <a:off x="8285370" y="2841360"/>
            <a:ext cx="1297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highlight>
                  <a:srgbClr val="FFFF00"/>
                </a:highlight>
              </a:rPr>
              <a:t>possui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62372F0-0747-80E4-C582-CDBA68CC4A72}"/>
              </a:ext>
            </a:extLst>
          </p:cNvPr>
          <p:cNvSpPr txBox="1"/>
          <p:nvPr/>
        </p:nvSpPr>
        <p:spPr>
          <a:xfrm>
            <a:off x="513824" y="4752726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Depto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AD6BE8DE-AD0C-7375-D2B6-F6963BAEDAC5}"/>
              </a:ext>
            </a:extLst>
          </p:cNvPr>
          <p:cNvSpPr txBox="1"/>
          <p:nvPr/>
        </p:nvSpPr>
        <p:spPr>
          <a:xfrm>
            <a:off x="10180948" y="4459634"/>
            <a:ext cx="24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CFB9F301-42F2-4177-9114-231B7E291D0F}"/>
              </a:ext>
            </a:extLst>
          </p:cNvPr>
          <p:cNvSpPr txBox="1"/>
          <p:nvPr/>
        </p:nvSpPr>
        <p:spPr>
          <a:xfrm>
            <a:off x="444568" y="4403604"/>
            <a:ext cx="24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FD67641C-6485-A5C2-D598-F881A8658652}"/>
              </a:ext>
            </a:extLst>
          </p:cNvPr>
          <p:cNvSpPr txBox="1"/>
          <p:nvPr/>
        </p:nvSpPr>
        <p:spPr>
          <a:xfrm>
            <a:off x="9347640" y="4822249"/>
            <a:ext cx="12042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1F0F0F1-5282-EBFE-7E79-9EE06C67CB0D}"/>
              </a:ext>
            </a:extLst>
          </p:cNvPr>
          <p:cNvSpPr txBox="1"/>
          <p:nvPr/>
        </p:nvSpPr>
        <p:spPr>
          <a:xfrm>
            <a:off x="883183" y="4340908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8003EF13-4DCC-2DA8-F41D-0994E617761A}"/>
              </a:ext>
            </a:extLst>
          </p:cNvPr>
          <p:cNvSpPr txBox="1"/>
          <p:nvPr/>
        </p:nvSpPr>
        <p:spPr>
          <a:xfrm>
            <a:off x="3309375" y="4405093"/>
            <a:ext cx="49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87E9267-8F4B-3CA7-0CE7-45A5AB28F9EB}"/>
              </a:ext>
            </a:extLst>
          </p:cNvPr>
          <p:cNvSpPr txBox="1"/>
          <p:nvPr/>
        </p:nvSpPr>
        <p:spPr>
          <a:xfrm>
            <a:off x="88181" y="152380"/>
            <a:ext cx="54526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Depto(</a:t>
            </a:r>
            <a:r>
              <a:rPr lang="pt-BR" sz="2400" u="sng" dirty="0" err="1"/>
              <a:t>cod_depto</a:t>
            </a:r>
            <a:r>
              <a:rPr lang="pt-BR" sz="2400" dirty="0"/>
              <a:t>, nome)</a:t>
            </a:r>
          </a:p>
          <a:p>
            <a:r>
              <a:rPr lang="pt-BR" sz="2400" dirty="0"/>
              <a:t>Disciplina(</a:t>
            </a:r>
            <a:r>
              <a:rPr lang="pt-BR" sz="2400" u="sng" dirty="0" err="1"/>
              <a:t>cod_disc</a:t>
            </a:r>
            <a:r>
              <a:rPr lang="pt-BR" sz="2400" dirty="0"/>
              <a:t>, nome, </a:t>
            </a:r>
            <a:r>
              <a:rPr lang="pt-BR" sz="2400" dirty="0">
                <a:highlight>
                  <a:srgbClr val="FFFF00"/>
                </a:highlight>
              </a:rPr>
              <a:t>#cod_depto</a:t>
            </a:r>
            <a:r>
              <a:rPr lang="pt-BR" sz="2400" dirty="0"/>
              <a:t>)</a:t>
            </a:r>
          </a:p>
          <a:p>
            <a:r>
              <a:rPr lang="pt-BR" sz="2400" dirty="0"/>
              <a:t>Professor(</a:t>
            </a:r>
            <a:r>
              <a:rPr lang="pt-BR" sz="2400" u="sng" dirty="0" err="1"/>
              <a:t>mat_prof</a:t>
            </a:r>
            <a:r>
              <a:rPr lang="pt-BR" sz="2400" dirty="0"/>
              <a:t>, nome, </a:t>
            </a:r>
            <a:r>
              <a:rPr lang="pt-BR" sz="2400" dirty="0">
                <a:highlight>
                  <a:srgbClr val="FFFF00"/>
                </a:highlight>
              </a:rPr>
              <a:t>#cod_depto</a:t>
            </a:r>
            <a:r>
              <a:rPr lang="pt-BR" sz="2400" dirty="0"/>
              <a:t>)</a:t>
            </a:r>
          </a:p>
          <a:p>
            <a:r>
              <a:rPr lang="pt-BR" sz="2400" dirty="0"/>
              <a:t>Aluno(</a:t>
            </a:r>
            <a:r>
              <a:rPr lang="pt-BR" sz="2400" u="sng" dirty="0" err="1"/>
              <a:t>mat_aluno</a:t>
            </a:r>
            <a:r>
              <a:rPr lang="pt-BR" sz="2400" dirty="0"/>
              <a:t>, nome, tipo)</a:t>
            </a:r>
          </a:p>
          <a:p>
            <a:r>
              <a:rPr lang="pt-BR" sz="2400" dirty="0" err="1"/>
              <a:t>Graduacao</a:t>
            </a:r>
            <a:r>
              <a:rPr lang="pt-BR" sz="2400" dirty="0"/>
              <a:t>(</a:t>
            </a:r>
            <a:r>
              <a:rPr lang="pt-BR" sz="2400" u="sng" dirty="0" err="1"/>
              <a:t>mat_aluno</a:t>
            </a:r>
            <a:r>
              <a:rPr lang="pt-BR" sz="2400" dirty="0"/>
              <a:t>, ingresso)</a:t>
            </a:r>
          </a:p>
          <a:p>
            <a:r>
              <a:rPr lang="pt-BR" sz="2400" dirty="0" err="1"/>
              <a:t>Pos</a:t>
            </a:r>
            <a:r>
              <a:rPr lang="pt-BR" sz="2400" dirty="0"/>
              <a:t>(</a:t>
            </a:r>
            <a:r>
              <a:rPr lang="pt-BR" sz="2400" u="sng" dirty="0" err="1"/>
              <a:t>mat_aluno</a:t>
            </a:r>
            <a:r>
              <a:rPr lang="pt-BR" sz="2400" dirty="0"/>
              <a:t>, </a:t>
            </a:r>
            <a:r>
              <a:rPr lang="pt-BR" sz="2400" dirty="0" err="1"/>
              <a:t>tit</a:t>
            </a:r>
            <a:r>
              <a:rPr lang="pt-BR" sz="2400" dirty="0"/>
              <a:t>, </a:t>
            </a:r>
            <a:r>
              <a:rPr lang="pt-BR" sz="2400" dirty="0">
                <a:highlight>
                  <a:srgbClr val="FFFF00"/>
                </a:highlight>
              </a:rPr>
              <a:t>#mat_prof</a:t>
            </a:r>
            <a:r>
              <a:rPr lang="pt-BR" sz="2400" dirty="0"/>
              <a:t>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3473586-455B-CDCC-66BB-00525AAFE71D}"/>
              </a:ext>
            </a:extLst>
          </p:cNvPr>
          <p:cNvSpPr txBox="1"/>
          <p:nvPr/>
        </p:nvSpPr>
        <p:spPr>
          <a:xfrm>
            <a:off x="5056153" y="144621"/>
            <a:ext cx="721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Cursa(</a:t>
            </a:r>
            <a:r>
              <a:rPr lang="pt-BR" sz="2400" u="sng" dirty="0" err="1"/>
              <a:t>cod_disc</a:t>
            </a:r>
            <a:r>
              <a:rPr lang="pt-BR" sz="2400" u="sng" dirty="0"/>
              <a:t>, </a:t>
            </a:r>
            <a:r>
              <a:rPr lang="pt-BR" sz="2400" u="sng" dirty="0" err="1"/>
              <a:t>mat_aluno</a:t>
            </a:r>
            <a:r>
              <a:rPr lang="pt-BR" sz="2400" dirty="0"/>
              <a:t>, </a:t>
            </a:r>
            <a:r>
              <a:rPr lang="pt-BR" sz="2400" dirty="0" err="1"/>
              <a:t>mat_prof</a:t>
            </a:r>
            <a:r>
              <a:rPr lang="pt-BR" sz="2400" dirty="0"/>
              <a:t>, semestre, nota)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1B91970-0359-5386-5064-ABD7EBDF6E64}"/>
              </a:ext>
            </a:extLst>
          </p:cNvPr>
          <p:cNvSpPr txBox="1"/>
          <p:nvPr/>
        </p:nvSpPr>
        <p:spPr>
          <a:xfrm>
            <a:off x="6271390" y="1110389"/>
            <a:ext cx="57788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highlight>
                  <a:srgbClr val="FFFF00"/>
                </a:highlight>
              </a:rPr>
              <a:t>MAPEANDO OS RELACIONAMENTO 1:n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ED045FD-5A7D-D70F-D879-D994AFB7B31B}"/>
              </a:ext>
            </a:extLst>
          </p:cNvPr>
          <p:cNvSpPr txBox="1"/>
          <p:nvPr/>
        </p:nvSpPr>
        <p:spPr>
          <a:xfrm>
            <a:off x="7757066" y="4959091"/>
            <a:ext cx="77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FEBFFA73-5177-05D9-944A-ABCB1E4F211A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110969" y="5143757"/>
            <a:ext cx="470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77DE899B-A5C9-75E7-FB28-3F8EDE32293C}"/>
              </a:ext>
            </a:extLst>
          </p:cNvPr>
          <p:cNvSpPr/>
          <p:nvPr/>
        </p:nvSpPr>
        <p:spPr>
          <a:xfrm>
            <a:off x="7581727" y="506662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815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B87E9267-8F4B-3CA7-0CE7-45A5AB28F9EB}"/>
              </a:ext>
            </a:extLst>
          </p:cNvPr>
          <p:cNvSpPr txBox="1"/>
          <p:nvPr/>
        </p:nvSpPr>
        <p:spPr>
          <a:xfrm>
            <a:off x="88181" y="152380"/>
            <a:ext cx="54526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Depto(</a:t>
            </a:r>
            <a:r>
              <a:rPr lang="pt-BR" sz="2400" u="sng" dirty="0" err="1"/>
              <a:t>cod_depto</a:t>
            </a:r>
            <a:r>
              <a:rPr lang="pt-BR" sz="2400" dirty="0"/>
              <a:t>, nome)</a:t>
            </a:r>
          </a:p>
          <a:p>
            <a:r>
              <a:rPr lang="pt-BR" sz="2400" dirty="0"/>
              <a:t>Disciplina(</a:t>
            </a:r>
            <a:r>
              <a:rPr lang="pt-BR" sz="2400" u="sng" dirty="0" err="1"/>
              <a:t>cod_disc</a:t>
            </a:r>
            <a:r>
              <a:rPr lang="pt-BR" sz="2400" dirty="0"/>
              <a:t>, nome, #cod_depto)</a:t>
            </a:r>
          </a:p>
          <a:p>
            <a:r>
              <a:rPr lang="pt-BR" sz="2400" dirty="0"/>
              <a:t>Professor(</a:t>
            </a:r>
            <a:r>
              <a:rPr lang="pt-BR" sz="2400" u="sng" dirty="0" err="1"/>
              <a:t>mat_prof</a:t>
            </a:r>
            <a:r>
              <a:rPr lang="pt-BR" sz="2400" dirty="0"/>
              <a:t>, nome, #cod_depto)</a:t>
            </a:r>
          </a:p>
          <a:p>
            <a:r>
              <a:rPr lang="pt-BR" sz="2400" dirty="0"/>
              <a:t>Aluno(</a:t>
            </a:r>
            <a:r>
              <a:rPr lang="pt-BR" sz="2400" u="sng" dirty="0" err="1"/>
              <a:t>mat_aluno</a:t>
            </a:r>
            <a:r>
              <a:rPr lang="pt-BR" sz="2400" dirty="0"/>
              <a:t>, nome, tipo)</a:t>
            </a:r>
          </a:p>
          <a:p>
            <a:r>
              <a:rPr lang="pt-BR" sz="2400" dirty="0" err="1"/>
              <a:t>Graduacao</a:t>
            </a:r>
            <a:r>
              <a:rPr lang="pt-BR" sz="2400" dirty="0"/>
              <a:t>(</a:t>
            </a:r>
            <a:r>
              <a:rPr lang="pt-BR" sz="2400" u="sng" dirty="0" err="1"/>
              <a:t>mat_aluno</a:t>
            </a:r>
            <a:r>
              <a:rPr lang="pt-BR" sz="2400" dirty="0"/>
              <a:t>, ingresso)</a:t>
            </a:r>
          </a:p>
          <a:p>
            <a:r>
              <a:rPr lang="pt-BR" sz="2400" dirty="0" err="1"/>
              <a:t>Pos</a:t>
            </a:r>
            <a:r>
              <a:rPr lang="pt-BR" sz="2400" dirty="0"/>
              <a:t>(</a:t>
            </a:r>
            <a:r>
              <a:rPr lang="pt-BR" sz="2400" u="sng" dirty="0" err="1"/>
              <a:t>mat_aluno</a:t>
            </a:r>
            <a:r>
              <a:rPr lang="pt-BR" sz="2400" dirty="0"/>
              <a:t>, </a:t>
            </a:r>
            <a:r>
              <a:rPr lang="pt-BR" sz="2400" dirty="0" err="1"/>
              <a:t>tit</a:t>
            </a:r>
            <a:r>
              <a:rPr lang="pt-BR" sz="2400" dirty="0"/>
              <a:t>, #mat_prof)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3473586-455B-CDCC-66BB-00525AAFE71D}"/>
              </a:ext>
            </a:extLst>
          </p:cNvPr>
          <p:cNvSpPr txBox="1"/>
          <p:nvPr/>
        </p:nvSpPr>
        <p:spPr>
          <a:xfrm>
            <a:off x="5056153" y="144621"/>
            <a:ext cx="721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Cursa(</a:t>
            </a:r>
            <a:r>
              <a:rPr lang="pt-BR" sz="2400" u="sng" dirty="0" err="1"/>
              <a:t>cod_disc</a:t>
            </a:r>
            <a:r>
              <a:rPr lang="pt-BR" sz="2400" u="sng" dirty="0"/>
              <a:t>, </a:t>
            </a:r>
            <a:r>
              <a:rPr lang="pt-BR" sz="2400" u="sng" dirty="0" err="1"/>
              <a:t>mat_aluno</a:t>
            </a:r>
            <a:r>
              <a:rPr lang="pt-BR" sz="2400" dirty="0"/>
              <a:t>, </a:t>
            </a:r>
            <a:r>
              <a:rPr lang="pt-BR" sz="2400" dirty="0" err="1"/>
              <a:t>mat_prof</a:t>
            </a:r>
            <a:r>
              <a:rPr lang="pt-BR" sz="2400" dirty="0"/>
              <a:t>, semestre, nota)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8EBD1FB-D384-6969-D37D-FDC88780250D}"/>
              </a:ext>
            </a:extLst>
          </p:cNvPr>
          <p:cNvSpPr txBox="1"/>
          <p:nvPr/>
        </p:nvSpPr>
        <p:spPr>
          <a:xfrm>
            <a:off x="195942" y="2821317"/>
            <a:ext cx="1092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1) Como eu faço para saber os nomes de todos os professores do aluno “João da Silva” no semestre 2024/1?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5D7F32F-EC16-5DAB-9941-6EE4D935D774}"/>
              </a:ext>
            </a:extLst>
          </p:cNvPr>
          <p:cNvSpPr txBox="1"/>
          <p:nvPr/>
        </p:nvSpPr>
        <p:spPr>
          <a:xfrm>
            <a:off x="195942" y="4198681"/>
            <a:ext cx="1092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2) Como eu faço para saber quantas são as disciplinas ministradas pelo professor Glauco no semestre 2024/1?</a:t>
            </a:r>
          </a:p>
        </p:txBody>
      </p:sp>
    </p:spTree>
    <p:extLst>
      <p:ext uri="{BB962C8B-B14F-4D97-AF65-F5344CB8AC3E}">
        <p14:creationId xmlns:p14="http://schemas.microsoft.com/office/powerpoint/2010/main" val="4182998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1640</Words>
  <Application>Microsoft Office PowerPoint</Application>
  <PresentationFormat>Widescreen</PresentationFormat>
  <Paragraphs>300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Glauco Pedrosa</dc:creator>
  <cp:lastModifiedBy>Glauco Pedrosa</cp:lastModifiedBy>
  <cp:revision>19</cp:revision>
  <dcterms:created xsi:type="dcterms:W3CDTF">2024-04-02T17:38:05Z</dcterms:created>
  <dcterms:modified xsi:type="dcterms:W3CDTF">2024-04-02T21:05:09Z</dcterms:modified>
</cp:coreProperties>
</file>