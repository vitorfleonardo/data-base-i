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71" r:id="rId3"/>
    <p:sldId id="273" r:id="rId4"/>
    <p:sldId id="274" r:id="rId5"/>
    <p:sldId id="275" r:id="rId6"/>
    <p:sldId id="276" r:id="rId7"/>
    <p:sldId id="277" r:id="rId8"/>
    <p:sldId id="278" r:id="rId9"/>
    <p:sldId id="279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3DE5E-238A-1AFC-3C00-E3D35885E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08CFB1-352A-DEC3-974F-DCBEC6880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71ECEE-8E01-467F-7672-3BB4A0C9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1C8EC8-40D1-53BC-1557-A3E606D7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F3667C-37BA-8C88-5E88-F44132D60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20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E5990-60BE-F393-71E8-DA42EB01D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62B851-68F4-2001-06DA-DBBE1BE06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F3E246-B03A-BD0C-848B-A1ADC62D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AFAEF8-16CC-060A-F39F-E50E11CC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E3F79D-EDAA-AA52-8365-736C4F44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30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A4B02-1C0D-7C1D-171D-054C21381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E84A4A-F826-3B7C-D7B6-C499C908B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85DB6-418E-085F-8FF2-98C38611D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B74624-9B31-30ED-AFCE-5200E969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D47238-C799-EDA0-7A68-07B63722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61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28556-C4EC-7B85-AAC2-49BED90F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69B751-8171-6801-217E-9153E7955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23A35B-9FAB-35C6-CAB3-71B0C4E76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5E4D24-5DAB-B3ED-2CED-62766B7D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AB8593-9600-7AC4-3DB8-E0C9859D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729FD6-4A9C-890D-E8F1-1FD7DAB7D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95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E1634-1BB2-2499-E1B1-9239211A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AE90DC-A669-0351-6CB2-B88ADAC63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FB2245-77A3-FBAB-F906-145A7C898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A90410-1FAC-C9DD-C3AC-3EBDAA62A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B5BB22F-DFC7-615B-C0DC-3E7DB799C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A41971A-0E66-7EC9-E90C-F5BB054A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5B5D721-C697-5E27-00A2-E23A2B60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178803D-A6D9-079D-D1ED-16E9B8FB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9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D03FF-C178-D066-76F0-875ED000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6976FD-96DA-D3F3-378D-92D5526D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9DC2ADA-1A1E-E873-F36B-EF0B368C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1A82DD-4371-19FD-2912-CF6CC21A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451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DF4AB54-158C-4F64-42BE-759308FB0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2E1701-F9CC-ADD6-83DC-5526EEE8C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158742-C5EC-56CB-EE84-8DEE2211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25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98E0B-98AC-323B-55D3-BEC02C62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74A3E5-C0B6-CABE-0E72-99724B760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E76BCF-F37E-9293-09A2-381DFA49B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8AC329-6800-F562-9597-E14E15229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6AA5BD-2A04-ED3B-39AE-8AC37E33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CA16B8-A6FE-4334-B142-4922C646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02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5CC28-AABB-FD06-7DD6-860C95BCA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5F182E-A477-5047-BA9E-ED3975717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61CDF7-6128-D769-A5B4-7A10ED098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87836A-5F92-B875-B26D-52431A3A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368FB2-36B9-1C0E-2645-94B0173D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CAD955-50E0-DCF1-41B5-A2A20A3B9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024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86AFA-C3AA-5ABA-C1AA-E14063E8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A029D7-1623-9B75-D7C1-C0E177D00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F642A1-EFEC-D3B4-8399-0EB0BCED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ACAF4C-6150-20A8-A950-A60768A33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94181-EB71-249A-EE5D-9D71492A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89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28E781A-0BEC-7CE6-C5F8-C446AE4B4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3F8531-B727-076A-C2CD-F0F1A7DA0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3BFAD2-FEEA-FFD2-C09F-7E8426B5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FDD1DD-8272-DBA6-0389-ABCD0CF8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8EA60D-4F10-717F-0CCE-BC56F38A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139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5269390-785C-352A-00B2-A6F7196A0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1F6E52-8F42-AD38-F7FE-3C1856E3A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EEA071-3E1D-A243-1EFE-61D0CF215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F0FB3-CD19-4AAA-84DF-74FF054774A6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230D00-6AB8-EFCE-46F6-6EF3B3F577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BBF51F-ACA1-91E4-4AB7-FA8F7A945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83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empresa que realiza manutenções em equipamentos eletrônicos deseja informatizar seu sistema de Ordem de Serviço (OS). Sabe-se que uma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composta por um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cliente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um equipamento, um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uma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OS,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produtos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utilizados para consertar o equipamento e uma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lista de mão de obra 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relacionada a OS, além de um técnico responsável pela OS. Um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cliente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possui um nome, endereço e telefone de contato. Um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equipamento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possui uma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marca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(Samsung, 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Tochiba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....) um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(AB32, CV33,...) e um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série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Um produto pode estar vinculado a quantas forem a OS. Um serviço pode ser realizado em várias OS diferentes. Não é obrigatório possuir na OS um técnico responsável. Um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técnico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deve possuir um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nome e telefone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Para cada produto alocado na OS é necessário que seja informada a quantidade utilizada do mesmo na 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787436" y="3443219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5707478" y="3906498"/>
            <a:ext cx="1078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OS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7F80D61-A6EA-C797-04B9-A78A25CE7C12}"/>
              </a:ext>
            </a:extLst>
          </p:cNvPr>
          <p:cNvSpPr txBox="1"/>
          <p:nvPr/>
        </p:nvSpPr>
        <p:spPr>
          <a:xfrm>
            <a:off x="9701209" y="5606658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Cliente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8213E53-BC77-4797-4295-F3D79E9014B8}"/>
              </a:ext>
            </a:extLst>
          </p:cNvPr>
          <p:cNvSpPr txBox="1"/>
          <p:nvPr/>
        </p:nvSpPr>
        <p:spPr>
          <a:xfrm>
            <a:off x="5667496" y="5986137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Equipamento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9521BE5E-2D68-CB1D-16AC-08530EBF1DBD}"/>
              </a:ext>
            </a:extLst>
          </p:cNvPr>
          <p:cNvSpPr txBox="1"/>
          <p:nvPr/>
        </p:nvSpPr>
        <p:spPr>
          <a:xfrm>
            <a:off x="2023731" y="5747206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Técnico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3D977DCE-2940-06E8-EC52-162214847CA1}"/>
              </a:ext>
            </a:extLst>
          </p:cNvPr>
          <p:cNvSpPr txBox="1"/>
          <p:nvPr/>
        </p:nvSpPr>
        <p:spPr>
          <a:xfrm>
            <a:off x="9356485" y="3448491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Mão-de-obra</a:t>
            </a:r>
          </a:p>
        </p:txBody>
      </p:sp>
    </p:spTree>
    <p:extLst>
      <p:ext uri="{BB962C8B-B14F-4D97-AF65-F5344CB8AC3E}">
        <p14:creationId xmlns:p14="http://schemas.microsoft.com/office/powerpoint/2010/main" val="2369987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empresa que realiza manutenções em equipamentos eletrônicos deseja informatizar seu sistema de Ordem de Serviço (OS). Sabe-se que uma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composta por um cliente, um equipamento, um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uma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OS,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produtos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utilizados para consertar o equipamento e uma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lista de mão de obra 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relacionada a OS, além de um técnico responsável pela OS. Um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cliente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possui um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nome, endereço e telefone de contato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Um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equipamento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possui uma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marca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(Samsung, 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Tochiba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....) um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(AB32, CV33,...) e um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série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Um produto pode estar vinculado a quantas forem a OS. Um serviço pode ser realizado em várias OS diferentes. Não é obrigatório possuir na OS um técnico responsável. Um 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técnico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deve possuir um </a:t>
            </a: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nome e telefone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Para cada produto alocado na OS é necessário que seja informada a quantidade utilizada do mesmo na 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787436" y="3443219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FEEB2E-E305-0B34-A510-3BCB82284294}"/>
              </a:ext>
            </a:extLst>
          </p:cNvPr>
          <p:cNvSpPr txBox="1"/>
          <p:nvPr/>
        </p:nvSpPr>
        <p:spPr>
          <a:xfrm>
            <a:off x="560980" y="3318960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highlight>
                  <a:srgbClr val="FFFF00"/>
                </a:highlight>
              </a:rPr>
              <a:t>cod</a:t>
            </a:r>
            <a:endParaRPr lang="pt-BR" dirty="0">
              <a:highlight>
                <a:srgbClr val="FFFF00"/>
              </a:highlight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9A1BF3-61B6-FF6E-1651-5975F2BFEEB3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568787" y="3554576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371F90EF-AE46-6752-48E2-DB66205D3F7B}"/>
              </a:ext>
            </a:extLst>
          </p:cNvPr>
          <p:cNvSpPr/>
          <p:nvPr/>
        </p:nvSpPr>
        <p:spPr>
          <a:xfrm>
            <a:off x="1408767" y="347744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D6AD04-9E8E-2A17-D4A8-CA1260458E46}"/>
              </a:ext>
            </a:extLst>
          </p:cNvPr>
          <p:cNvSpPr txBox="1"/>
          <p:nvPr/>
        </p:nvSpPr>
        <p:spPr>
          <a:xfrm>
            <a:off x="549576" y="3614983"/>
            <a:ext cx="796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0150952-98D4-26E5-65EA-53B05BA32A7E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1563488" y="3627885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47C213DA-C7DD-5EC2-2762-56B654001BE5}"/>
              </a:ext>
            </a:extLst>
          </p:cNvPr>
          <p:cNvSpPr/>
          <p:nvPr/>
        </p:nvSpPr>
        <p:spPr>
          <a:xfrm>
            <a:off x="1403468" y="370476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274DC4-1952-1E15-AD78-5D42B7119CFF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1563488" y="3627885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2D3776A-7514-AE0A-758F-8FE9EBA79120}"/>
              </a:ext>
            </a:extLst>
          </p:cNvPr>
          <p:cNvSpPr/>
          <p:nvPr/>
        </p:nvSpPr>
        <p:spPr>
          <a:xfrm>
            <a:off x="1403468" y="397090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2336B9-72ED-6947-454E-5D8D1512DFB9}"/>
              </a:ext>
            </a:extLst>
          </p:cNvPr>
          <p:cNvSpPr txBox="1"/>
          <p:nvPr/>
        </p:nvSpPr>
        <p:spPr>
          <a:xfrm>
            <a:off x="560980" y="3875416"/>
            <a:ext cx="78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85E09C-370E-A2B0-F296-D3B6C1EC4DBD}"/>
              </a:ext>
            </a:extLst>
          </p:cNvPr>
          <p:cNvSpPr txBox="1"/>
          <p:nvPr/>
        </p:nvSpPr>
        <p:spPr>
          <a:xfrm>
            <a:off x="5429326" y="3157315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5758967-4E98-A8B9-9AA3-F0CCF7CD4F2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5888310" y="3679706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871218F-842E-46CA-5589-30AE36AE8D55}"/>
              </a:ext>
            </a:extLst>
          </p:cNvPr>
          <p:cNvSpPr/>
          <p:nvPr/>
        </p:nvSpPr>
        <p:spPr>
          <a:xfrm>
            <a:off x="5808300" y="3525442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53B8974-CA35-9F58-675E-B78F57CD9F8A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6187818" y="3641140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4C90657D-3FB1-94AF-521E-4575B9D63726}"/>
              </a:ext>
            </a:extLst>
          </p:cNvPr>
          <p:cNvSpPr/>
          <p:nvPr/>
        </p:nvSpPr>
        <p:spPr>
          <a:xfrm>
            <a:off x="6187818" y="348687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ACA389-C65C-487C-79D2-CF399E70D5B2}"/>
              </a:ext>
            </a:extLst>
          </p:cNvPr>
          <p:cNvSpPr txBox="1"/>
          <p:nvPr/>
        </p:nvSpPr>
        <p:spPr>
          <a:xfrm>
            <a:off x="5960828" y="315611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data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5707478" y="3906498"/>
            <a:ext cx="1078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OS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7F80D61-A6EA-C797-04B9-A78A25CE7C12}"/>
              </a:ext>
            </a:extLst>
          </p:cNvPr>
          <p:cNvSpPr txBox="1"/>
          <p:nvPr/>
        </p:nvSpPr>
        <p:spPr>
          <a:xfrm>
            <a:off x="9701209" y="5606658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Cliente</a:t>
            </a: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6DDD1426-9E36-B547-B59A-6E44CFAC5F57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10779869" y="5544949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ipse 76">
            <a:extLst>
              <a:ext uri="{FF2B5EF4-FFF2-40B4-BE49-F238E27FC236}">
                <a16:creationId xmlns:a16="http://schemas.microsoft.com/office/drawing/2014/main" id="{41734682-9ADF-C8FD-DD28-D9CB09CF2BF7}"/>
              </a:ext>
            </a:extLst>
          </p:cNvPr>
          <p:cNvSpPr/>
          <p:nvPr/>
        </p:nvSpPr>
        <p:spPr>
          <a:xfrm>
            <a:off x="11091454" y="544224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C02FFB46-8961-580C-6AC7-A049794EBF43}"/>
              </a:ext>
            </a:extLst>
          </p:cNvPr>
          <p:cNvSpPr txBox="1"/>
          <p:nvPr/>
        </p:nvSpPr>
        <p:spPr>
          <a:xfrm>
            <a:off x="11246175" y="5262226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id</a:t>
            </a:r>
          </a:p>
        </p:txBody>
      </p: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2BF45390-0AA3-52E5-D737-5272B8159E4F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>
            <a:extLst>
              <a:ext uri="{FF2B5EF4-FFF2-40B4-BE49-F238E27FC236}">
                <a16:creationId xmlns:a16="http://schemas.microsoft.com/office/drawing/2014/main" id="{BE61C77D-28A5-A892-AA36-3AD50E57E92E}"/>
              </a:ext>
            </a:extLst>
          </p:cNvPr>
          <p:cNvSpPr/>
          <p:nvPr/>
        </p:nvSpPr>
        <p:spPr>
          <a:xfrm>
            <a:off x="11086155" y="56695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227C07F6-27BE-3073-D3E5-21094C8B31DA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>
            <a:extLst>
              <a:ext uri="{FF2B5EF4-FFF2-40B4-BE49-F238E27FC236}">
                <a16:creationId xmlns:a16="http://schemas.microsoft.com/office/drawing/2014/main" id="{EBBE8C39-843F-63EE-F661-051B24333E42}"/>
              </a:ext>
            </a:extLst>
          </p:cNvPr>
          <p:cNvSpPr/>
          <p:nvPr/>
        </p:nvSpPr>
        <p:spPr>
          <a:xfrm>
            <a:off x="11086155" y="5935709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26C1CB4-FDEB-A391-6D3B-E192D006EEAC}"/>
              </a:ext>
            </a:extLst>
          </p:cNvPr>
          <p:cNvSpPr txBox="1"/>
          <p:nvPr/>
        </p:nvSpPr>
        <p:spPr>
          <a:xfrm>
            <a:off x="11287717" y="5559323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8213E53-BC77-4797-4295-F3D79E9014B8}"/>
              </a:ext>
            </a:extLst>
          </p:cNvPr>
          <p:cNvSpPr txBox="1"/>
          <p:nvPr/>
        </p:nvSpPr>
        <p:spPr>
          <a:xfrm>
            <a:off x="5667496" y="5986137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Equipamento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5B04E3-38D6-4AFB-49DF-B87E375A3DBE}"/>
              </a:ext>
            </a:extLst>
          </p:cNvPr>
          <p:cNvSpPr txBox="1"/>
          <p:nvPr/>
        </p:nvSpPr>
        <p:spPr>
          <a:xfrm>
            <a:off x="11284784" y="5856420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end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7C5B1B-8253-E6E6-6815-787C547F0A49}"/>
              </a:ext>
            </a:extLst>
          </p:cNvPr>
          <p:cNvSpPr txBox="1"/>
          <p:nvPr/>
        </p:nvSpPr>
        <p:spPr>
          <a:xfrm>
            <a:off x="11284784" y="6160292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8D491E7-3FEB-2C85-8E48-024343C7D05C}"/>
              </a:ext>
            </a:extLst>
          </p:cNvPr>
          <p:cNvCxnSpPr>
            <a:cxnSpLocks/>
            <a:stCxn id="75" idx="3"/>
            <a:endCxn id="18" idx="1"/>
          </p:cNvCxnSpPr>
          <p:nvPr/>
        </p:nvCxnSpPr>
        <p:spPr>
          <a:xfrm>
            <a:off x="10779869" y="5791324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71EE79BF-2D2D-5F4D-93F9-EF3756E25564}"/>
              </a:ext>
            </a:extLst>
          </p:cNvPr>
          <p:cNvSpPr/>
          <p:nvPr/>
        </p:nvSpPr>
        <p:spPr>
          <a:xfrm>
            <a:off x="11124764" y="625143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149CF17C-14B2-0EB0-52DD-4EE06ECC1B1E}"/>
              </a:ext>
            </a:extLst>
          </p:cNvPr>
          <p:cNvCxnSpPr>
            <a:cxnSpLocks/>
          </p:cNvCxnSpPr>
          <p:nvPr/>
        </p:nvCxnSpPr>
        <p:spPr>
          <a:xfrm flipV="1">
            <a:off x="7099543" y="5889381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5F8EA892-6ECA-FE92-3351-48B990AFE303}"/>
              </a:ext>
            </a:extLst>
          </p:cNvPr>
          <p:cNvSpPr/>
          <p:nvPr/>
        </p:nvSpPr>
        <p:spPr>
          <a:xfrm>
            <a:off x="7411128" y="5786679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53D27FB-0444-71D1-9039-6835FA5160B7}"/>
              </a:ext>
            </a:extLst>
          </p:cNvPr>
          <p:cNvSpPr txBox="1"/>
          <p:nvPr/>
        </p:nvSpPr>
        <p:spPr>
          <a:xfrm>
            <a:off x="7565849" y="5606658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id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689A23FB-587E-6B9C-19B7-98F08CBB59B2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6F30BEF8-CA8B-748D-1A91-DD791A9E7BB9}"/>
              </a:ext>
            </a:extLst>
          </p:cNvPr>
          <p:cNvSpPr/>
          <p:nvPr/>
        </p:nvSpPr>
        <p:spPr>
          <a:xfrm>
            <a:off x="7405829" y="601399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59D79B56-EE35-A82C-C330-51482229519B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3F95DDA3-2AFF-EAD4-2CF1-853EBCB8EE7E}"/>
              </a:ext>
            </a:extLst>
          </p:cNvPr>
          <p:cNvSpPr/>
          <p:nvPr/>
        </p:nvSpPr>
        <p:spPr>
          <a:xfrm>
            <a:off x="7405829" y="628014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4569936-B459-0282-E2EC-A2A3E849C148}"/>
              </a:ext>
            </a:extLst>
          </p:cNvPr>
          <p:cNvSpPr txBox="1"/>
          <p:nvPr/>
        </p:nvSpPr>
        <p:spPr>
          <a:xfrm>
            <a:off x="7607391" y="5903755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marca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87F9CE7-7C0F-3537-6FB3-60A76E920D52}"/>
              </a:ext>
            </a:extLst>
          </p:cNvPr>
          <p:cNvSpPr txBox="1"/>
          <p:nvPr/>
        </p:nvSpPr>
        <p:spPr>
          <a:xfrm>
            <a:off x="7604458" y="6200852"/>
            <a:ext cx="1078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modelo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7D69C5D-F3CA-93D7-B082-AC7C82529077}"/>
              </a:ext>
            </a:extLst>
          </p:cNvPr>
          <p:cNvSpPr txBox="1"/>
          <p:nvPr/>
        </p:nvSpPr>
        <p:spPr>
          <a:xfrm>
            <a:off x="7604458" y="6504724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ns</a:t>
            </a:r>
            <a:endParaRPr lang="pt-BR" dirty="0"/>
          </a:p>
        </p:txBody>
      </p: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329A9E9E-CF1F-2BE9-BF70-74164550D709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7099543" y="6135756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7223CF2B-670F-3498-04BC-E85A364DFF12}"/>
              </a:ext>
            </a:extLst>
          </p:cNvPr>
          <p:cNvSpPr/>
          <p:nvPr/>
        </p:nvSpPr>
        <p:spPr>
          <a:xfrm>
            <a:off x="7444438" y="65958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183FA0D2-B9A4-9C00-93AD-709473ED748A}"/>
              </a:ext>
            </a:extLst>
          </p:cNvPr>
          <p:cNvSpPr txBox="1"/>
          <p:nvPr/>
        </p:nvSpPr>
        <p:spPr>
          <a:xfrm>
            <a:off x="2023731" y="5747206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Técnico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6850E145-AB14-ED10-B081-179CD8345C04}"/>
              </a:ext>
            </a:extLst>
          </p:cNvPr>
          <p:cNvSpPr txBox="1"/>
          <p:nvPr/>
        </p:nvSpPr>
        <p:spPr>
          <a:xfrm>
            <a:off x="1142219" y="5671196"/>
            <a:ext cx="533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highlight>
                  <a:srgbClr val="FFFF00"/>
                </a:highlight>
              </a:rPr>
              <a:t>cod</a:t>
            </a:r>
            <a:endParaRPr lang="pt-BR" dirty="0">
              <a:highlight>
                <a:srgbClr val="FFFF00"/>
              </a:highlight>
            </a:endParaRPr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8630B2D8-FB5D-707A-8BE5-D3F0C1AAD9E4}"/>
              </a:ext>
            </a:extLst>
          </p:cNvPr>
          <p:cNvCxnSpPr>
            <a:cxnSpLocks/>
            <a:stCxn id="67" idx="6"/>
            <a:endCxn id="64" idx="1"/>
          </p:cNvCxnSpPr>
          <p:nvPr/>
        </p:nvCxnSpPr>
        <p:spPr>
          <a:xfrm>
            <a:off x="1805082" y="5858563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Elipse 66">
            <a:extLst>
              <a:ext uri="{FF2B5EF4-FFF2-40B4-BE49-F238E27FC236}">
                <a16:creationId xmlns:a16="http://schemas.microsoft.com/office/drawing/2014/main" id="{AF77E7EA-A62D-2FA5-77E9-18641A142606}"/>
              </a:ext>
            </a:extLst>
          </p:cNvPr>
          <p:cNvSpPr/>
          <p:nvPr/>
        </p:nvSpPr>
        <p:spPr>
          <a:xfrm>
            <a:off x="1645062" y="5781431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032874EF-B555-FFCC-E1E9-DE39FB80D6FE}"/>
              </a:ext>
            </a:extLst>
          </p:cNvPr>
          <p:cNvSpPr txBox="1"/>
          <p:nvPr/>
        </p:nvSpPr>
        <p:spPr>
          <a:xfrm>
            <a:off x="907216" y="5912545"/>
            <a:ext cx="750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6B7828FF-3CCE-3029-EE63-952CFAFCAFF3}"/>
              </a:ext>
            </a:extLst>
          </p:cNvPr>
          <p:cNvCxnSpPr>
            <a:cxnSpLocks/>
            <a:stCxn id="70" idx="6"/>
            <a:endCxn id="64" idx="1"/>
          </p:cNvCxnSpPr>
          <p:nvPr/>
        </p:nvCxnSpPr>
        <p:spPr>
          <a:xfrm flipV="1">
            <a:off x="1799783" y="5931872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>
            <a:extLst>
              <a:ext uri="{FF2B5EF4-FFF2-40B4-BE49-F238E27FC236}">
                <a16:creationId xmlns:a16="http://schemas.microsoft.com/office/drawing/2014/main" id="{9E11DE3F-8520-BF24-7A5D-12AF19CD6882}"/>
              </a:ext>
            </a:extLst>
          </p:cNvPr>
          <p:cNvSpPr/>
          <p:nvPr/>
        </p:nvSpPr>
        <p:spPr>
          <a:xfrm>
            <a:off x="1639763" y="60087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1BBE0E8F-954D-7FD0-ACB5-9407EFDE1A19}"/>
              </a:ext>
            </a:extLst>
          </p:cNvPr>
          <p:cNvCxnSpPr>
            <a:cxnSpLocks/>
            <a:stCxn id="72" idx="6"/>
            <a:endCxn id="64" idx="1"/>
          </p:cNvCxnSpPr>
          <p:nvPr/>
        </p:nvCxnSpPr>
        <p:spPr>
          <a:xfrm flipV="1">
            <a:off x="1799783" y="5931872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ipse 71">
            <a:extLst>
              <a:ext uri="{FF2B5EF4-FFF2-40B4-BE49-F238E27FC236}">
                <a16:creationId xmlns:a16="http://schemas.microsoft.com/office/drawing/2014/main" id="{7DAB9AB9-9A1F-3A87-08F3-9204D54BD145}"/>
              </a:ext>
            </a:extLst>
          </p:cNvPr>
          <p:cNvSpPr/>
          <p:nvPr/>
        </p:nvSpPr>
        <p:spPr>
          <a:xfrm>
            <a:off x="1639763" y="627489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815B4D40-D96E-A8AF-DB0A-81191041838B}"/>
              </a:ext>
            </a:extLst>
          </p:cNvPr>
          <p:cNvSpPr txBox="1"/>
          <p:nvPr/>
        </p:nvSpPr>
        <p:spPr>
          <a:xfrm>
            <a:off x="1142219" y="6179403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82F9AA49-3A47-A6EC-6EBD-99C82C1883A1}"/>
              </a:ext>
            </a:extLst>
          </p:cNvPr>
          <p:cNvSpPr txBox="1"/>
          <p:nvPr/>
        </p:nvSpPr>
        <p:spPr>
          <a:xfrm>
            <a:off x="9356485" y="3448491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Mão-de-obra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FA1F6AE7-D113-5538-CB18-379A8216ABC3}"/>
              </a:ext>
            </a:extLst>
          </p:cNvPr>
          <p:cNvSpPr txBox="1"/>
          <p:nvPr/>
        </p:nvSpPr>
        <p:spPr>
          <a:xfrm>
            <a:off x="11244781" y="3145232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numero</a:t>
            </a:r>
          </a:p>
        </p:txBody>
      </p:sp>
      <p:cxnSp>
        <p:nvCxnSpPr>
          <p:cNvPr id="94" name="Conector reto 93">
            <a:extLst>
              <a:ext uri="{FF2B5EF4-FFF2-40B4-BE49-F238E27FC236}">
                <a16:creationId xmlns:a16="http://schemas.microsoft.com/office/drawing/2014/main" id="{E230A920-15BA-7A59-EAE8-DD645A42AE65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10788532" y="3386782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Elipse 94">
            <a:extLst>
              <a:ext uri="{FF2B5EF4-FFF2-40B4-BE49-F238E27FC236}">
                <a16:creationId xmlns:a16="http://schemas.microsoft.com/office/drawing/2014/main" id="{8516ADA2-5637-1CD2-1670-46660B85308F}"/>
              </a:ext>
            </a:extLst>
          </p:cNvPr>
          <p:cNvSpPr/>
          <p:nvPr/>
        </p:nvSpPr>
        <p:spPr>
          <a:xfrm>
            <a:off x="11100117" y="328408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highlight>
                <a:srgbClr val="FFFF00"/>
              </a:highlight>
            </a:endParaRP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0DF2FD7B-ACA2-28A6-8C1B-5906489FEDC6}"/>
              </a:ext>
            </a:extLst>
          </p:cNvPr>
          <p:cNvSpPr txBox="1"/>
          <p:nvPr/>
        </p:nvSpPr>
        <p:spPr>
          <a:xfrm>
            <a:off x="11266242" y="3392526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nome</a:t>
            </a:r>
          </a:p>
        </p:txBody>
      </p: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1412C09C-BF93-04D6-7C58-A8BC17C0500D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10788532" y="3633157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Elipse 97">
            <a:extLst>
              <a:ext uri="{FF2B5EF4-FFF2-40B4-BE49-F238E27FC236}">
                <a16:creationId xmlns:a16="http://schemas.microsoft.com/office/drawing/2014/main" id="{E1224BD3-AC01-8BE2-0C19-0CBA4770381F}"/>
              </a:ext>
            </a:extLst>
          </p:cNvPr>
          <p:cNvSpPr/>
          <p:nvPr/>
        </p:nvSpPr>
        <p:spPr>
          <a:xfrm>
            <a:off x="11094818" y="351139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highlight>
                <a:srgbClr val="FFFF00"/>
              </a:highlight>
            </a:endParaRPr>
          </a:p>
        </p:txBody>
      </p:sp>
      <p:cxnSp>
        <p:nvCxnSpPr>
          <p:cNvPr id="99" name="Conector reto 98">
            <a:extLst>
              <a:ext uri="{FF2B5EF4-FFF2-40B4-BE49-F238E27FC236}">
                <a16:creationId xmlns:a16="http://schemas.microsoft.com/office/drawing/2014/main" id="{D3611C5F-D958-C695-15EE-D5AB9082EA3D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10788532" y="3633157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Elipse 99">
            <a:extLst>
              <a:ext uri="{FF2B5EF4-FFF2-40B4-BE49-F238E27FC236}">
                <a16:creationId xmlns:a16="http://schemas.microsoft.com/office/drawing/2014/main" id="{ED0F0A31-85DC-E293-5BB0-CA8D9BDCEDC1}"/>
              </a:ext>
            </a:extLst>
          </p:cNvPr>
          <p:cNvSpPr/>
          <p:nvPr/>
        </p:nvSpPr>
        <p:spPr>
          <a:xfrm>
            <a:off x="11094818" y="3777542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highlight>
                <a:srgbClr val="FFFF00"/>
              </a:highlight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C232468F-FB60-3FE4-C36B-D58E555E0313}"/>
              </a:ext>
            </a:extLst>
          </p:cNvPr>
          <p:cNvSpPr txBox="1"/>
          <p:nvPr/>
        </p:nvSpPr>
        <p:spPr>
          <a:xfrm>
            <a:off x="11266242" y="3708152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valor</a:t>
            </a:r>
          </a:p>
        </p:txBody>
      </p:sp>
    </p:spTree>
    <p:extLst>
      <p:ext uri="{BB962C8B-B14F-4D97-AF65-F5344CB8AC3E}">
        <p14:creationId xmlns:p14="http://schemas.microsoft.com/office/powerpoint/2010/main" val="2418517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empresa que realiza manutenções em equipamentos eletrônicos deseja informatizar seu sistema de Ordem de Serviço (OS).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Sabe-se que uma OS é composta por um cliente, um equipamento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um número, uma data de OS, produtos utilizados para consertar o equipamento e uma lista de mão de obra relacionada a OS, além de um técnico responsável pela OS. Um cliente possui um nome, endereço e telefone de contato. Um equipamento possui uma marca (Samsung, 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Tochiba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....) um modelo (AB32, CV33,...) e um número de série. Um produto pode estar vinculado a quantas forem a OS. Um serviço pode ser realizado em várias OS diferentes. Não é obrigatório possuir na OS um técnico responsável. Um técnico deve possuir um nome e telefone. Para cada produto alocado na OS é necessário que seja informada a quantidade utilizada do mesmo na 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787436" y="3443219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FEEB2E-E305-0B34-A510-3BCB82284294}"/>
              </a:ext>
            </a:extLst>
          </p:cNvPr>
          <p:cNvSpPr txBox="1"/>
          <p:nvPr/>
        </p:nvSpPr>
        <p:spPr>
          <a:xfrm>
            <a:off x="560980" y="3318960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9A1BF3-61B6-FF6E-1651-5975F2BFEEB3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568787" y="3554576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371F90EF-AE46-6752-48E2-DB66205D3F7B}"/>
              </a:ext>
            </a:extLst>
          </p:cNvPr>
          <p:cNvSpPr/>
          <p:nvPr/>
        </p:nvSpPr>
        <p:spPr>
          <a:xfrm>
            <a:off x="1408767" y="347744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D6AD04-9E8E-2A17-D4A8-CA1260458E46}"/>
              </a:ext>
            </a:extLst>
          </p:cNvPr>
          <p:cNvSpPr txBox="1"/>
          <p:nvPr/>
        </p:nvSpPr>
        <p:spPr>
          <a:xfrm>
            <a:off x="549576" y="3614983"/>
            <a:ext cx="796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0150952-98D4-26E5-65EA-53B05BA32A7E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1563488" y="3627885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47C213DA-C7DD-5EC2-2762-56B654001BE5}"/>
              </a:ext>
            </a:extLst>
          </p:cNvPr>
          <p:cNvSpPr/>
          <p:nvPr/>
        </p:nvSpPr>
        <p:spPr>
          <a:xfrm>
            <a:off x="1403468" y="370476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274DC4-1952-1E15-AD78-5D42B7119CFF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1563488" y="3627885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2D3776A-7514-AE0A-758F-8FE9EBA79120}"/>
              </a:ext>
            </a:extLst>
          </p:cNvPr>
          <p:cNvSpPr/>
          <p:nvPr/>
        </p:nvSpPr>
        <p:spPr>
          <a:xfrm>
            <a:off x="1403468" y="397090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2336B9-72ED-6947-454E-5D8D1512DFB9}"/>
              </a:ext>
            </a:extLst>
          </p:cNvPr>
          <p:cNvSpPr txBox="1"/>
          <p:nvPr/>
        </p:nvSpPr>
        <p:spPr>
          <a:xfrm>
            <a:off x="560980" y="3875416"/>
            <a:ext cx="78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85E09C-370E-A2B0-F296-D3B6C1EC4DBD}"/>
              </a:ext>
            </a:extLst>
          </p:cNvPr>
          <p:cNvSpPr txBox="1"/>
          <p:nvPr/>
        </p:nvSpPr>
        <p:spPr>
          <a:xfrm>
            <a:off x="5429326" y="3157315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5758967-4E98-A8B9-9AA3-F0CCF7CD4F2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5888310" y="3679706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871218F-842E-46CA-5589-30AE36AE8D55}"/>
              </a:ext>
            </a:extLst>
          </p:cNvPr>
          <p:cNvSpPr/>
          <p:nvPr/>
        </p:nvSpPr>
        <p:spPr>
          <a:xfrm>
            <a:off x="5808300" y="3525442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53B8974-CA35-9F58-675E-B78F57CD9F8A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6187818" y="3641140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4C90657D-3FB1-94AF-521E-4575B9D63726}"/>
              </a:ext>
            </a:extLst>
          </p:cNvPr>
          <p:cNvSpPr/>
          <p:nvPr/>
        </p:nvSpPr>
        <p:spPr>
          <a:xfrm>
            <a:off x="6187818" y="348687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ACA389-C65C-487C-79D2-CF399E70D5B2}"/>
              </a:ext>
            </a:extLst>
          </p:cNvPr>
          <p:cNvSpPr txBox="1"/>
          <p:nvPr/>
        </p:nvSpPr>
        <p:spPr>
          <a:xfrm>
            <a:off x="5960828" y="315611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data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5707478" y="3906498"/>
            <a:ext cx="1078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OS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7F80D61-A6EA-C797-04B9-A78A25CE7C12}"/>
              </a:ext>
            </a:extLst>
          </p:cNvPr>
          <p:cNvSpPr txBox="1"/>
          <p:nvPr/>
        </p:nvSpPr>
        <p:spPr>
          <a:xfrm>
            <a:off x="9701209" y="5606658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Cliente</a:t>
            </a: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6DDD1426-9E36-B547-B59A-6E44CFAC5F57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10779869" y="5544949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ipse 76">
            <a:extLst>
              <a:ext uri="{FF2B5EF4-FFF2-40B4-BE49-F238E27FC236}">
                <a16:creationId xmlns:a16="http://schemas.microsoft.com/office/drawing/2014/main" id="{41734682-9ADF-C8FD-DD28-D9CB09CF2BF7}"/>
              </a:ext>
            </a:extLst>
          </p:cNvPr>
          <p:cNvSpPr/>
          <p:nvPr/>
        </p:nvSpPr>
        <p:spPr>
          <a:xfrm>
            <a:off x="11091454" y="544224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C02FFB46-8961-580C-6AC7-A049794EBF43}"/>
              </a:ext>
            </a:extLst>
          </p:cNvPr>
          <p:cNvSpPr txBox="1"/>
          <p:nvPr/>
        </p:nvSpPr>
        <p:spPr>
          <a:xfrm>
            <a:off x="11246175" y="5262226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id</a:t>
            </a:r>
          </a:p>
        </p:txBody>
      </p: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2BF45390-0AA3-52E5-D737-5272B8159E4F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>
            <a:extLst>
              <a:ext uri="{FF2B5EF4-FFF2-40B4-BE49-F238E27FC236}">
                <a16:creationId xmlns:a16="http://schemas.microsoft.com/office/drawing/2014/main" id="{BE61C77D-28A5-A892-AA36-3AD50E57E92E}"/>
              </a:ext>
            </a:extLst>
          </p:cNvPr>
          <p:cNvSpPr/>
          <p:nvPr/>
        </p:nvSpPr>
        <p:spPr>
          <a:xfrm>
            <a:off x="11086155" y="56695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227C07F6-27BE-3073-D3E5-21094C8B31DA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>
            <a:extLst>
              <a:ext uri="{FF2B5EF4-FFF2-40B4-BE49-F238E27FC236}">
                <a16:creationId xmlns:a16="http://schemas.microsoft.com/office/drawing/2014/main" id="{EBBE8C39-843F-63EE-F661-051B24333E42}"/>
              </a:ext>
            </a:extLst>
          </p:cNvPr>
          <p:cNvSpPr/>
          <p:nvPr/>
        </p:nvSpPr>
        <p:spPr>
          <a:xfrm>
            <a:off x="11086155" y="5935709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26C1CB4-FDEB-A391-6D3B-E192D006EEAC}"/>
              </a:ext>
            </a:extLst>
          </p:cNvPr>
          <p:cNvSpPr txBox="1"/>
          <p:nvPr/>
        </p:nvSpPr>
        <p:spPr>
          <a:xfrm>
            <a:off x="11287717" y="5559323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8213E53-BC77-4797-4295-F3D79E9014B8}"/>
              </a:ext>
            </a:extLst>
          </p:cNvPr>
          <p:cNvSpPr txBox="1"/>
          <p:nvPr/>
        </p:nvSpPr>
        <p:spPr>
          <a:xfrm>
            <a:off x="5667496" y="5986137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Equipamento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5B04E3-38D6-4AFB-49DF-B87E375A3DBE}"/>
              </a:ext>
            </a:extLst>
          </p:cNvPr>
          <p:cNvSpPr txBox="1"/>
          <p:nvPr/>
        </p:nvSpPr>
        <p:spPr>
          <a:xfrm>
            <a:off x="11284784" y="5856420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end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7C5B1B-8253-E6E6-6815-787C547F0A49}"/>
              </a:ext>
            </a:extLst>
          </p:cNvPr>
          <p:cNvSpPr txBox="1"/>
          <p:nvPr/>
        </p:nvSpPr>
        <p:spPr>
          <a:xfrm>
            <a:off x="11284784" y="6160292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8D491E7-3FEB-2C85-8E48-024343C7D05C}"/>
              </a:ext>
            </a:extLst>
          </p:cNvPr>
          <p:cNvCxnSpPr>
            <a:cxnSpLocks/>
            <a:stCxn id="75" idx="3"/>
            <a:endCxn id="18" idx="1"/>
          </p:cNvCxnSpPr>
          <p:nvPr/>
        </p:nvCxnSpPr>
        <p:spPr>
          <a:xfrm>
            <a:off x="10779869" y="5791324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71EE79BF-2D2D-5F4D-93F9-EF3756E25564}"/>
              </a:ext>
            </a:extLst>
          </p:cNvPr>
          <p:cNvSpPr/>
          <p:nvPr/>
        </p:nvSpPr>
        <p:spPr>
          <a:xfrm>
            <a:off x="11124764" y="625143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149CF17C-14B2-0EB0-52DD-4EE06ECC1B1E}"/>
              </a:ext>
            </a:extLst>
          </p:cNvPr>
          <p:cNvCxnSpPr>
            <a:cxnSpLocks/>
          </p:cNvCxnSpPr>
          <p:nvPr/>
        </p:nvCxnSpPr>
        <p:spPr>
          <a:xfrm flipV="1">
            <a:off x="7099543" y="5889381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5F8EA892-6ECA-FE92-3351-48B990AFE303}"/>
              </a:ext>
            </a:extLst>
          </p:cNvPr>
          <p:cNvSpPr/>
          <p:nvPr/>
        </p:nvSpPr>
        <p:spPr>
          <a:xfrm>
            <a:off x="7411128" y="5786679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53D27FB-0444-71D1-9039-6835FA5160B7}"/>
              </a:ext>
            </a:extLst>
          </p:cNvPr>
          <p:cNvSpPr txBox="1"/>
          <p:nvPr/>
        </p:nvSpPr>
        <p:spPr>
          <a:xfrm>
            <a:off x="7565849" y="5606658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id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689A23FB-587E-6B9C-19B7-98F08CBB59B2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6F30BEF8-CA8B-748D-1A91-DD791A9E7BB9}"/>
              </a:ext>
            </a:extLst>
          </p:cNvPr>
          <p:cNvSpPr/>
          <p:nvPr/>
        </p:nvSpPr>
        <p:spPr>
          <a:xfrm>
            <a:off x="7405829" y="601399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59D79B56-EE35-A82C-C330-51482229519B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3F95DDA3-2AFF-EAD4-2CF1-853EBCB8EE7E}"/>
              </a:ext>
            </a:extLst>
          </p:cNvPr>
          <p:cNvSpPr/>
          <p:nvPr/>
        </p:nvSpPr>
        <p:spPr>
          <a:xfrm>
            <a:off x="7405829" y="628014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4569936-B459-0282-E2EC-A2A3E849C148}"/>
              </a:ext>
            </a:extLst>
          </p:cNvPr>
          <p:cNvSpPr txBox="1"/>
          <p:nvPr/>
        </p:nvSpPr>
        <p:spPr>
          <a:xfrm>
            <a:off x="7607391" y="5903755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marca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87F9CE7-7C0F-3537-6FB3-60A76E920D52}"/>
              </a:ext>
            </a:extLst>
          </p:cNvPr>
          <p:cNvSpPr txBox="1"/>
          <p:nvPr/>
        </p:nvSpPr>
        <p:spPr>
          <a:xfrm>
            <a:off x="7604458" y="6200852"/>
            <a:ext cx="1078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modelo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7D69C5D-F3CA-93D7-B082-AC7C82529077}"/>
              </a:ext>
            </a:extLst>
          </p:cNvPr>
          <p:cNvSpPr txBox="1"/>
          <p:nvPr/>
        </p:nvSpPr>
        <p:spPr>
          <a:xfrm>
            <a:off x="7604458" y="6504724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ns</a:t>
            </a:r>
            <a:endParaRPr lang="pt-BR" dirty="0"/>
          </a:p>
        </p:txBody>
      </p: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329A9E9E-CF1F-2BE9-BF70-74164550D709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7099543" y="6135756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7223CF2B-670F-3498-04BC-E85A364DFF12}"/>
              </a:ext>
            </a:extLst>
          </p:cNvPr>
          <p:cNvSpPr/>
          <p:nvPr/>
        </p:nvSpPr>
        <p:spPr>
          <a:xfrm>
            <a:off x="7444438" y="65958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E8CBE828-B693-37C0-F7A9-63FB6C06B331}"/>
              </a:ext>
            </a:extLst>
          </p:cNvPr>
          <p:cNvSpPr/>
          <p:nvPr/>
        </p:nvSpPr>
        <p:spPr>
          <a:xfrm>
            <a:off x="5656188" y="4866064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705F8EE6-62EA-DB1C-2B4D-1A120DB481A4}"/>
              </a:ext>
            </a:extLst>
          </p:cNvPr>
          <p:cNvCxnSpPr>
            <a:stCxn id="2" idx="0"/>
            <a:endCxn id="55" idx="2"/>
          </p:cNvCxnSpPr>
          <p:nvPr/>
        </p:nvCxnSpPr>
        <p:spPr>
          <a:xfrm flipV="1">
            <a:off x="6195518" y="4275830"/>
            <a:ext cx="51290" cy="590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6B485858-5527-BA3D-253A-969D8541E210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6195518" y="5498186"/>
            <a:ext cx="47254" cy="477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B2F74FF-5156-06AE-6104-5D2D668EE445}"/>
              </a:ext>
            </a:extLst>
          </p:cNvPr>
          <p:cNvSpPr txBox="1"/>
          <p:nvPr/>
        </p:nvSpPr>
        <p:spPr>
          <a:xfrm>
            <a:off x="5714216" y="4987362"/>
            <a:ext cx="10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conserta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549CF1C-3D1C-6009-5F19-F65813AECB55}"/>
              </a:ext>
            </a:extLst>
          </p:cNvPr>
          <p:cNvSpPr txBox="1"/>
          <p:nvPr/>
        </p:nvSpPr>
        <p:spPr>
          <a:xfrm>
            <a:off x="6265281" y="5659979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EE5CE33-3CD8-019E-0A1C-CE3046F88198}"/>
              </a:ext>
            </a:extLst>
          </p:cNvPr>
          <p:cNvSpPr txBox="1"/>
          <p:nvPr/>
        </p:nvSpPr>
        <p:spPr>
          <a:xfrm>
            <a:off x="6187241" y="4250568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65" name="Losango 64">
            <a:extLst>
              <a:ext uri="{FF2B5EF4-FFF2-40B4-BE49-F238E27FC236}">
                <a16:creationId xmlns:a16="http://schemas.microsoft.com/office/drawing/2014/main" id="{9EA9C2F8-1430-F167-E9FE-F06A73A01EFE}"/>
              </a:ext>
            </a:extLst>
          </p:cNvPr>
          <p:cNvSpPr/>
          <p:nvPr/>
        </p:nvSpPr>
        <p:spPr>
          <a:xfrm>
            <a:off x="8124279" y="5050730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94638B63-AC8F-9A0D-0D32-DA3957E64D39}"/>
              </a:ext>
            </a:extLst>
          </p:cNvPr>
          <p:cNvCxnSpPr>
            <a:cxnSpLocks/>
          </p:cNvCxnSpPr>
          <p:nvPr/>
        </p:nvCxnSpPr>
        <p:spPr>
          <a:xfrm flipH="1" flipV="1">
            <a:off x="6805238" y="4293742"/>
            <a:ext cx="1572894" cy="90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04C90B4-322E-3079-79ED-8C8E0E3DFF6C}"/>
              </a:ext>
            </a:extLst>
          </p:cNvPr>
          <p:cNvCxnSpPr>
            <a:cxnSpLocks/>
            <a:stCxn id="75" idx="1"/>
          </p:cNvCxnSpPr>
          <p:nvPr/>
        </p:nvCxnSpPr>
        <p:spPr>
          <a:xfrm flipH="1" flipV="1">
            <a:off x="8936562" y="5541360"/>
            <a:ext cx="764647" cy="249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389F00B-A5B4-7429-CD02-8D06F510317E}"/>
              </a:ext>
            </a:extLst>
          </p:cNvPr>
          <p:cNvSpPr txBox="1"/>
          <p:nvPr/>
        </p:nvSpPr>
        <p:spPr>
          <a:xfrm>
            <a:off x="8182307" y="5172028"/>
            <a:ext cx="1174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composta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595188A2-AAC6-4563-FAE4-BCDAD26814A0}"/>
              </a:ext>
            </a:extLst>
          </p:cNvPr>
          <p:cNvSpPr txBox="1"/>
          <p:nvPr/>
        </p:nvSpPr>
        <p:spPr>
          <a:xfrm>
            <a:off x="6782006" y="4030757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53C3262E-4C0F-CA03-2282-4EFA6C2A178A}"/>
              </a:ext>
            </a:extLst>
          </p:cNvPr>
          <p:cNvSpPr txBox="1"/>
          <p:nvPr/>
        </p:nvSpPr>
        <p:spPr>
          <a:xfrm>
            <a:off x="9457634" y="5347561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1F06D87B-96ED-9BAA-6F7B-23FC90F8F641}"/>
              </a:ext>
            </a:extLst>
          </p:cNvPr>
          <p:cNvSpPr txBox="1"/>
          <p:nvPr/>
        </p:nvSpPr>
        <p:spPr>
          <a:xfrm>
            <a:off x="2023731" y="5747206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Técnico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3CF811A2-DF1F-A75F-A21D-8089775EBEA6}"/>
              </a:ext>
            </a:extLst>
          </p:cNvPr>
          <p:cNvSpPr txBox="1"/>
          <p:nvPr/>
        </p:nvSpPr>
        <p:spPr>
          <a:xfrm>
            <a:off x="1142219" y="5671196"/>
            <a:ext cx="533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611D4E08-3A1B-D78F-CBBF-122A61DF5D2D}"/>
              </a:ext>
            </a:extLst>
          </p:cNvPr>
          <p:cNvCxnSpPr>
            <a:cxnSpLocks/>
            <a:stCxn id="88" idx="6"/>
            <a:endCxn id="85" idx="1"/>
          </p:cNvCxnSpPr>
          <p:nvPr/>
        </p:nvCxnSpPr>
        <p:spPr>
          <a:xfrm>
            <a:off x="1805082" y="5858563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lipse 87">
            <a:extLst>
              <a:ext uri="{FF2B5EF4-FFF2-40B4-BE49-F238E27FC236}">
                <a16:creationId xmlns:a16="http://schemas.microsoft.com/office/drawing/2014/main" id="{148DF22E-C2E0-F36D-A256-9E25B0D0A9C9}"/>
              </a:ext>
            </a:extLst>
          </p:cNvPr>
          <p:cNvSpPr/>
          <p:nvPr/>
        </p:nvSpPr>
        <p:spPr>
          <a:xfrm>
            <a:off x="1645062" y="5781431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5AA06997-DA86-BDC2-63C1-778E0A96B7E2}"/>
              </a:ext>
            </a:extLst>
          </p:cNvPr>
          <p:cNvSpPr txBox="1"/>
          <p:nvPr/>
        </p:nvSpPr>
        <p:spPr>
          <a:xfrm>
            <a:off x="907216" y="5912545"/>
            <a:ext cx="750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D6104A7E-3F91-2A7B-15A5-37D3399DC08D}"/>
              </a:ext>
            </a:extLst>
          </p:cNvPr>
          <p:cNvCxnSpPr>
            <a:cxnSpLocks/>
            <a:stCxn id="91" idx="6"/>
            <a:endCxn id="85" idx="1"/>
          </p:cNvCxnSpPr>
          <p:nvPr/>
        </p:nvCxnSpPr>
        <p:spPr>
          <a:xfrm flipV="1">
            <a:off x="1799783" y="5931872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ipse 90">
            <a:extLst>
              <a:ext uri="{FF2B5EF4-FFF2-40B4-BE49-F238E27FC236}">
                <a16:creationId xmlns:a16="http://schemas.microsoft.com/office/drawing/2014/main" id="{5E1E59EC-0BC4-559A-331C-C34D4EA386D4}"/>
              </a:ext>
            </a:extLst>
          </p:cNvPr>
          <p:cNvSpPr/>
          <p:nvPr/>
        </p:nvSpPr>
        <p:spPr>
          <a:xfrm>
            <a:off x="1639763" y="60087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2FCB4D22-1B9F-FA57-B6C6-4C4373152838}"/>
              </a:ext>
            </a:extLst>
          </p:cNvPr>
          <p:cNvCxnSpPr>
            <a:cxnSpLocks/>
            <a:stCxn id="93" idx="6"/>
            <a:endCxn id="85" idx="1"/>
          </p:cNvCxnSpPr>
          <p:nvPr/>
        </p:nvCxnSpPr>
        <p:spPr>
          <a:xfrm flipV="1">
            <a:off x="1799783" y="5931872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Elipse 92">
            <a:extLst>
              <a:ext uri="{FF2B5EF4-FFF2-40B4-BE49-F238E27FC236}">
                <a16:creationId xmlns:a16="http://schemas.microsoft.com/office/drawing/2014/main" id="{1A107311-5AE0-1DE7-7950-523443FECFE9}"/>
              </a:ext>
            </a:extLst>
          </p:cNvPr>
          <p:cNvSpPr/>
          <p:nvPr/>
        </p:nvSpPr>
        <p:spPr>
          <a:xfrm>
            <a:off x="1639763" y="627489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4D76CB5E-9FED-39E6-B275-C5ED6D2639F3}"/>
              </a:ext>
            </a:extLst>
          </p:cNvPr>
          <p:cNvSpPr txBox="1"/>
          <p:nvPr/>
        </p:nvSpPr>
        <p:spPr>
          <a:xfrm>
            <a:off x="1142219" y="6179403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B226C1B6-A9AF-CB5C-1988-5769668A08E4}"/>
              </a:ext>
            </a:extLst>
          </p:cNvPr>
          <p:cNvSpPr txBox="1"/>
          <p:nvPr/>
        </p:nvSpPr>
        <p:spPr>
          <a:xfrm>
            <a:off x="9356485" y="3448491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Mão-de-obra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E6751CCF-87B4-3CD3-9D9E-6D835E9C42DD}"/>
              </a:ext>
            </a:extLst>
          </p:cNvPr>
          <p:cNvSpPr txBox="1"/>
          <p:nvPr/>
        </p:nvSpPr>
        <p:spPr>
          <a:xfrm>
            <a:off x="11244781" y="3145232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numero</a:t>
            </a:r>
          </a:p>
        </p:txBody>
      </p: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B61B8A5B-B322-2D00-F9F6-23836767FB31}"/>
              </a:ext>
            </a:extLst>
          </p:cNvPr>
          <p:cNvCxnSpPr>
            <a:cxnSpLocks/>
            <a:stCxn id="95" idx="3"/>
          </p:cNvCxnSpPr>
          <p:nvPr/>
        </p:nvCxnSpPr>
        <p:spPr>
          <a:xfrm flipV="1">
            <a:off x="10788532" y="3386782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Elipse 97">
            <a:extLst>
              <a:ext uri="{FF2B5EF4-FFF2-40B4-BE49-F238E27FC236}">
                <a16:creationId xmlns:a16="http://schemas.microsoft.com/office/drawing/2014/main" id="{F7CE9565-1F02-6A1B-FE3B-AA3E7F1F344E}"/>
              </a:ext>
            </a:extLst>
          </p:cNvPr>
          <p:cNvSpPr/>
          <p:nvPr/>
        </p:nvSpPr>
        <p:spPr>
          <a:xfrm>
            <a:off x="11100117" y="328408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BCBA767D-97EA-CE0B-1F22-6D7DB9AB4EDB}"/>
              </a:ext>
            </a:extLst>
          </p:cNvPr>
          <p:cNvSpPr txBox="1"/>
          <p:nvPr/>
        </p:nvSpPr>
        <p:spPr>
          <a:xfrm>
            <a:off x="11266242" y="3392526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F425AEBF-3BC9-EF96-F854-44E0ACF4DAD9}"/>
              </a:ext>
            </a:extLst>
          </p:cNvPr>
          <p:cNvCxnSpPr>
            <a:cxnSpLocks/>
            <a:stCxn id="95" idx="3"/>
          </p:cNvCxnSpPr>
          <p:nvPr/>
        </p:nvCxnSpPr>
        <p:spPr>
          <a:xfrm>
            <a:off x="10788532" y="3633157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lipse 100">
            <a:extLst>
              <a:ext uri="{FF2B5EF4-FFF2-40B4-BE49-F238E27FC236}">
                <a16:creationId xmlns:a16="http://schemas.microsoft.com/office/drawing/2014/main" id="{34861E05-56DD-7E9D-3FCB-2B575C4C5C15}"/>
              </a:ext>
            </a:extLst>
          </p:cNvPr>
          <p:cNvSpPr/>
          <p:nvPr/>
        </p:nvSpPr>
        <p:spPr>
          <a:xfrm>
            <a:off x="11094818" y="351139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FA2CA446-38BD-584A-080F-2F19CC5F2333}"/>
              </a:ext>
            </a:extLst>
          </p:cNvPr>
          <p:cNvCxnSpPr>
            <a:cxnSpLocks/>
            <a:stCxn id="95" idx="3"/>
          </p:cNvCxnSpPr>
          <p:nvPr/>
        </p:nvCxnSpPr>
        <p:spPr>
          <a:xfrm>
            <a:off x="10788532" y="3633157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Elipse 102">
            <a:extLst>
              <a:ext uri="{FF2B5EF4-FFF2-40B4-BE49-F238E27FC236}">
                <a16:creationId xmlns:a16="http://schemas.microsoft.com/office/drawing/2014/main" id="{E7C19C97-C03F-78D4-0C6E-A40D48A27AF9}"/>
              </a:ext>
            </a:extLst>
          </p:cNvPr>
          <p:cNvSpPr/>
          <p:nvPr/>
        </p:nvSpPr>
        <p:spPr>
          <a:xfrm>
            <a:off x="11094818" y="3777542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99C6F7C6-CD8F-0962-5CC7-6E79BBA45FBD}"/>
              </a:ext>
            </a:extLst>
          </p:cNvPr>
          <p:cNvSpPr txBox="1"/>
          <p:nvPr/>
        </p:nvSpPr>
        <p:spPr>
          <a:xfrm>
            <a:off x="11266242" y="3708152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</p:spTree>
    <p:extLst>
      <p:ext uri="{BB962C8B-B14F-4D97-AF65-F5344CB8AC3E}">
        <p14:creationId xmlns:p14="http://schemas.microsoft.com/office/powerpoint/2010/main" val="56227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empresa que realiza manutenções em equipamentos eletrônicos deseja informatizar seu sistema de Ordem de Serviço (OS). Sabe-se que uma OS é composta por um cliente, um equipamento, um número, uma data de OS,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produtos utilizados para consertar o equipamento 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uma lista de mão de obra relacionada a OS, além de um técnico responsável pela OS. Um cliente possui um nome, endereço e telefone de contato. Um equipamento possui uma marca (Samsung, 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Tochiba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....) um modelo (AB32, CV33,...) e um número de série.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produto pode estar vinculado a quantas forem a OS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Um serviço pode ser realizado em várias OS diferentes. Não é obrigatório possuir na OS um técnico responsável. Um técnico deve possuir um nome e telefone.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cada produto alocado na OS é necessário que seja informada a quantidade utilizada do mesmo na OS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787436" y="3443219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FEEB2E-E305-0B34-A510-3BCB82284294}"/>
              </a:ext>
            </a:extLst>
          </p:cNvPr>
          <p:cNvSpPr txBox="1"/>
          <p:nvPr/>
        </p:nvSpPr>
        <p:spPr>
          <a:xfrm>
            <a:off x="560980" y="3318960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9A1BF3-61B6-FF6E-1651-5975F2BFEEB3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568787" y="3554576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371F90EF-AE46-6752-48E2-DB66205D3F7B}"/>
              </a:ext>
            </a:extLst>
          </p:cNvPr>
          <p:cNvSpPr/>
          <p:nvPr/>
        </p:nvSpPr>
        <p:spPr>
          <a:xfrm>
            <a:off x="1408767" y="347744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D6AD04-9E8E-2A17-D4A8-CA1260458E46}"/>
              </a:ext>
            </a:extLst>
          </p:cNvPr>
          <p:cNvSpPr txBox="1"/>
          <p:nvPr/>
        </p:nvSpPr>
        <p:spPr>
          <a:xfrm>
            <a:off x="549576" y="3614983"/>
            <a:ext cx="796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0150952-98D4-26E5-65EA-53B05BA32A7E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1563488" y="3627885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47C213DA-C7DD-5EC2-2762-56B654001BE5}"/>
              </a:ext>
            </a:extLst>
          </p:cNvPr>
          <p:cNvSpPr/>
          <p:nvPr/>
        </p:nvSpPr>
        <p:spPr>
          <a:xfrm>
            <a:off x="1403468" y="370476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274DC4-1952-1E15-AD78-5D42B7119CFF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1563488" y="3627885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2D3776A-7514-AE0A-758F-8FE9EBA79120}"/>
              </a:ext>
            </a:extLst>
          </p:cNvPr>
          <p:cNvSpPr/>
          <p:nvPr/>
        </p:nvSpPr>
        <p:spPr>
          <a:xfrm>
            <a:off x="1403468" y="397090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2336B9-72ED-6947-454E-5D8D1512DFB9}"/>
              </a:ext>
            </a:extLst>
          </p:cNvPr>
          <p:cNvSpPr txBox="1"/>
          <p:nvPr/>
        </p:nvSpPr>
        <p:spPr>
          <a:xfrm>
            <a:off x="560980" y="3875416"/>
            <a:ext cx="78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85E09C-370E-A2B0-F296-D3B6C1EC4DBD}"/>
              </a:ext>
            </a:extLst>
          </p:cNvPr>
          <p:cNvSpPr txBox="1"/>
          <p:nvPr/>
        </p:nvSpPr>
        <p:spPr>
          <a:xfrm>
            <a:off x="5429326" y="3157315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5758967-4E98-A8B9-9AA3-F0CCF7CD4F2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5888310" y="3679706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871218F-842E-46CA-5589-30AE36AE8D55}"/>
              </a:ext>
            </a:extLst>
          </p:cNvPr>
          <p:cNvSpPr/>
          <p:nvPr/>
        </p:nvSpPr>
        <p:spPr>
          <a:xfrm>
            <a:off x="5808300" y="3525442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53B8974-CA35-9F58-675E-B78F57CD9F8A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6187818" y="3641140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4C90657D-3FB1-94AF-521E-4575B9D63726}"/>
              </a:ext>
            </a:extLst>
          </p:cNvPr>
          <p:cNvSpPr/>
          <p:nvPr/>
        </p:nvSpPr>
        <p:spPr>
          <a:xfrm>
            <a:off x="6187818" y="348687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ACA389-C65C-487C-79D2-CF399E70D5B2}"/>
              </a:ext>
            </a:extLst>
          </p:cNvPr>
          <p:cNvSpPr txBox="1"/>
          <p:nvPr/>
        </p:nvSpPr>
        <p:spPr>
          <a:xfrm>
            <a:off x="5960828" y="315611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data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5707478" y="3906498"/>
            <a:ext cx="1078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E97953A-203E-9748-95E5-F3ED816B63E9}"/>
              </a:ext>
            </a:extLst>
          </p:cNvPr>
          <p:cNvSpPr txBox="1"/>
          <p:nvPr/>
        </p:nvSpPr>
        <p:spPr>
          <a:xfrm>
            <a:off x="2023731" y="5747206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Técnico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63A3E0B-EEEA-77DE-47E7-F3D7E9C878A1}"/>
              </a:ext>
            </a:extLst>
          </p:cNvPr>
          <p:cNvSpPr txBox="1"/>
          <p:nvPr/>
        </p:nvSpPr>
        <p:spPr>
          <a:xfrm>
            <a:off x="1142219" y="5671196"/>
            <a:ext cx="533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D8465F4B-799B-ED90-6F65-C0080CAB3BB4}"/>
              </a:ext>
            </a:extLst>
          </p:cNvPr>
          <p:cNvCxnSpPr>
            <a:cxnSpLocks/>
            <a:stCxn id="27" idx="6"/>
            <a:endCxn id="22" idx="1"/>
          </p:cNvCxnSpPr>
          <p:nvPr/>
        </p:nvCxnSpPr>
        <p:spPr>
          <a:xfrm>
            <a:off x="1805082" y="5858563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id="{AD214BDA-72AE-598E-5D2D-F13FB7D28870}"/>
              </a:ext>
            </a:extLst>
          </p:cNvPr>
          <p:cNvSpPr/>
          <p:nvPr/>
        </p:nvSpPr>
        <p:spPr>
          <a:xfrm>
            <a:off x="1645062" y="5781431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72E11F2-B4BE-904A-7760-C05DED38328C}"/>
              </a:ext>
            </a:extLst>
          </p:cNvPr>
          <p:cNvSpPr txBox="1"/>
          <p:nvPr/>
        </p:nvSpPr>
        <p:spPr>
          <a:xfrm>
            <a:off x="907216" y="5912545"/>
            <a:ext cx="750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DBCD1DCA-8EAB-13CB-DB70-A07798D6BF42}"/>
              </a:ext>
            </a:extLst>
          </p:cNvPr>
          <p:cNvCxnSpPr>
            <a:cxnSpLocks/>
            <a:stCxn id="30" idx="6"/>
            <a:endCxn id="22" idx="1"/>
          </p:cNvCxnSpPr>
          <p:nvPr/>
        </p:nvCxnSpPr>
        <p:spPr>
          <a:xfrm flipV="1">
            <a:off x="1799783" y="5931872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191F8ECD-EBD9-12F4-8DF5-C3C51E5EC5A8}"/>
              </a:ext>
            </a:extLst>
          </p:cNvPr>
          <p:cNvSpPr/>
          <p:nvPr/>
        </p:nvSpPr>
        <p:spPr>
          <a:xfrm>
            <a:off x="1639763" y="60087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04A97DD-EEEB-3FC5-CF06-1E9C2C6CB73C}"/>
              </a:ext>
            </a:extLst>
          </p:cNvPr>
          <p:cNvCxnSpPr>
            <a:cxnSpLocks/>
            <a:stCxn id="32" idx="6"/>
            <a:endCxn id="22" idx="1"/>
          </p:cNvCxnSpPr>
          <p:nvPr/>
        </p:nvCxnSpPr>
        <p:spPr>
          <a:xfrm flipV="1">
            <a:off x="1799783" y="5931872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7A1D860B-04E0-BA3F-6E1D-B7F2CFCDA366}"/>
              </a:ext>
            </a:extLst>
          </p:cNvPr>
          <p:cNvSpPr/>
          <p:nvPr/>
        </p:nvSpPr>
        <p:spPr>
          <a:xfrm>
            <a:off x="1639763" y="627489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B4EC06A-984C-8BA6-851F-0D15062A7538}"/>
              </a:ext>
            </a:extLst>
          </p:cNvPr>
          <p:cNvSpPr txBox="1"/>
          <p:nvPr/>
        </p:nvSpPr>
        <p:spPr>
          <a:xfrm>
            <a:off x="1142219" y="6179403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4ED856E-D911-CCAB-E961-D588E4F2D1FC}"/>
              </a:ext>
            </a:extLst>
          </p:cNvPr>
          <p:cNvSpPr txBox="1"/>
          <p:nvPr/>
        </p:nvSpPr>
        <p:spPr>
          <a:xfrm>
            <a:off x="9356485" y="3448491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Mão-de-obra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A9DD7E-BCEA-924E-AA60-98901841063F}"/>
              </a:ext>
            </a:extLst>
          </p:cNvPr>
          <p:cNvSpPr txBox="1"/>
          <p:nvPr/>
        </p:nvSpPr>
        <p:spPr>
          <a:xfrm>
            <a:off x="11244781" y="3145232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numero</a:t>
            </a:r>
          </a:p>
        </p:txBody>
      </p: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BA16FED3-5AF1-D7AC-05C6-8D600396689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10788532" y="3386782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05671903-F57D-1306-AC22-2A2C331ED6CE}"/>
              </a:ext>
            </a:extLst>
          </p:cNvPr>
          <p:cNvSpPr/>
          <p:nvPr/>
        </p:nvSpPr>
        <p:spPr>
          <a:xfrm>
            <a:off x="11100117" y="328408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CFBF1B4-B235-8617-93D1-019E4A46DF0D}"/>
              </a:ext>
            </a:extLst>
          </p:cNvPr>
          <p:cNvSpPr txBox="1"/>
          <p:nvPr/>
        </p:nvSpPr>
        <p:spPr>
          <a:xfrm>
            <a:off x="11266242" y="3392526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3F5F96A3-7E34-0811-5EB4-D8F190C3F9D4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0788532" y="3633157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ipse 52">
            <a:extLst>
              <a:ext uri="{FF2B5EF4-FFF2-40B4-BE49-F238E27FC236}">
                <a16:creationId xmlns:a16="http://schemas.microsoft.com/office/drawing/2014/main" id="{EEC5BC2B-E663-993B-D8B6-6A7213723C2E}"/>
              </a:ext>
            </a:extLst>
          </p:cNvPr>
          <p:cNvSpPr/>
          <p:nvPr/>
        </p:nvSpPr>
        <p:spPr>
          <a:xfrm>
            <a:off x="11094818" y="351139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02EABB87-843A-372E-FEB1-D35B57D3B36B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0788532" y="3633157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>
            <a:extLst>
              <a:ext uri="{FF2B5EF4-FFF2-40B4-BE49-F238E27FC236}">
                <a16:creationId xmlns:a16="http://schemas.microsoft.com/office/drawing/2014/main" id="{7931AA7A-2521-9A8C-4C41-11EB6FF29EC8}"/>
              </a:ext>
            </a:extLst>
          </p:cNvPr>
          <p:cNvSpPr/>
          <p:nvPr/>
        </p:nvSpPr>
        <p:spPr>
          <a:xfrm>
            <a:off x="11094818" y="3777542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7F80D61-A6EA-C797-04B9-A78A25CE7C12}"/>
              </a:ext>
            </a:extLst>
          </p:cNvPr>
          <p:cNvSpPr txBox="1"/>
          <p:nvPr/>
        </p:nvSpPr>
        <p:spPr>
          <a:xfrm>
            <a:off x="9701209" y="5606658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Cliente</a:t>
            </a: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6DDD1426-9E36-B547-B59A-6E44CFAC5F57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10779869" y="5544949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ipse 76">
            <a:extLst>
              <a:ext uri="{FF2B5EF4-FFF2-40B4-BE49-F238E27FC236}">
                <a16:creationId xmlns:a16="http://schemas.microsoft.com/office/drawing/2014/main" id="{41734682-9ADF-C8FD-DD28-D9CB09CF2BF7}"/>
              </a:ext>
            </a:extLst>
          </p:cNvPr>
          <p:cNvSpPr/>
          <p:nvPr/>
        </p:nvSpPr>
        <p:spPr>
          <a:xfrm>
            <a:off x="11091454" y="544224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C02FFB46-8961-580C-6AC7-A049794EBF43}"/>
              </a:ext>
            </a:extLst>
          </p:cNvPr>
          <p:cNvSpPr txBox="1"/>
          <p:nvPr/>
        </p:nvSpPr>
        <p:spPr>
          <a:xfrm>
            <a:off x="11246175" y="5262226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id</a:t>
            </a:r>
          </a:p>
        </p:txBody>
      </p: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2BF45390-0AA3-52E5-D737-5272B8159E4F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>
            <a:extLst>
              <a:ext uri="{FF2B5EF4-FFF2-40B4-BE49-F238E27FC236}">
                <a16:creationId xmlns:a16="http://schemas.microsoft.com/office/drawing/2014/main" id="{BE61C77D-28A5-A892-AA36-3AD50E57E92E}"/>
              </a:ext>
            </a:extLst>
          </p:cNvPr>
          <p:cNvSpPr/>
          <p:nvPr/>
        </p:nvSpPr>
        <p:spPr>
          <a:xfrm>
            <a:off x="11086155" y="56695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227C07F6-27BE-3073-D3E5-21094C8B31DA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>
            <a:extLst>
              <a:ext uri="{FF2B5EF4-FFF2-40B4-BE49-F238E27FC236}">
                <a16:creationId xmlns:a16="http://schemas.microsoft.com/office/drawing/2014/main" id="{EBBE8C39-843F-63EE-F661-051B24333E42}"/>
              </a:ext>
            </a:extLst>
          </p:cNvPr>
          <p:cNvSpPr/>
          <p:nvPr/>
        </p:nvSpPr>
        <p:spPr>
          <a:xfrm>
            <a:off x="11086155" y="5935709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26C1CB4-FDEB-A391-6D3B-E192D006EEAC}"/>
              </a:ext>
            </a:extLst>
          </p:cNvPr>
          <p:cNvSpPr txBox="1"/>
          <p:nvPr/>
        </p:nvSpPr>
        <p:spPr>
          <a:xfrm>
            <a:off x="11287717" y="5559323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8213E53-BC77-4797-4295-F3D79E9014B8}"/>
              </a:ext>
            </a:extLst>
          </p:cNvPr>
          <p:cNvSpPr txBox="1"/>
          <p:nvPr/>
        </p:nvSpPr>
        <p:spPr>
          <a:xfrm>
            <a:off x="5667496" y="5986137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Equipamento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5B04E3-38D6-4AFB-49DF-B87E375A3DBE}"/>
              </a:ext>
            </a:extLst>
          </p:cNvPr>
          <p:cNvSpPr txBox="1"/>
          <p:nvPr/>
        </p:nvSpPr>
        <p:spPr>
          <a:xfrm>
            <a:off x="11284784" y="5856420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end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7C5B1B-8253-E6E6-6815-787C547F0A49}"/>
              </a:ext>
            </a:extLst>
          </p:cNvPr>
          <p:cNvSpPr txBox="1"/>
          <p:nvPr/>
        </p:nvSpPr>
        <p:spPr>
          <a:xfrm>
            <a:off x="11284784" y="6160292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8D491E7-3FEB-2C85-8E48-024343C7D05C}"/>
              </a:ext>
            </a:extLst>
          </p:cNvPr>
          <p:cNvCxnSpPr>
            <a:cxnSpLocks/>
            <a:stCxn id="75" idx="3"/>
            <a:endCxn id="18" idx="1"/>
          </p:cNvCxnSpPr>
          <p:nvPr/>
        </p:nvCxnSpPr>
        <p:spPr>
          <a:xfrm>
            <a:off x="10779869" y="5791324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71EE79BF-2D2D-5F4D-93F9-EF3756E25564}"/>
              </a:ext>
            </a:extLst>
          </p:cNvPr>
          <p:cNvSpPr/>
          <p:nvPr/>
        </p:nvSpPr>
        <p:spPr>
          <a:xfrm>
            <a:off x="11124764" y="625143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149CF17C-14B2-0EB0-52DD-4EE06ECC1B1E}"/>
              </a:ext>
            </a:extLst>
          </p:cNvPr>
          <p:cNvCxnSpPr>
            <a:cxnSpLocks/>
          </p:cNvCxnSpPr>
          <p:nvPr/>
        </p:nvCxnSpPr>
        <p:spPr>
          <a:xfrm flipV="1">
            <a:off x="7099543" y="5889381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5F8EA892-6ECA-FE92-3351-48B990AFE303}"/>
              </a:ext>
            </a:extLst>
          </p:cNvPr>
          <p:cNvSpPr/>
          <p:nvPr/>
        </p:nvSpPr>
        <p:spPr>
          <a:xfrm>
            <a:off x="7411128" y="5786679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53D27FB-0444-71D1-9039-6835FA5160B7}"/>
              </a:ext>
            </a:extLst>
          </p:cNvPr>
          <p:cNvSpPr txBox="1"/>
          <p:nvPr/>
        </p:nvSpPr>
        <p:spPr>
          <a:xfrm>
            <a:off x="7565849" y="5606658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id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689A23FB-587E-6B9C-19B7-98F08CBB59B2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6F30BEF8-CA8B-748D-1A91-DD791A9E7BB9}"/>
              </a:ext>
            </a:extLst>
          </p:cNvPr>
          <p:cNvSpPr/>
          <p:nvPr/>
        </p:nvSpPr>
        <p:spPr>
          <a:xfrm>
            <a:off x="7405829" y="601399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59D79B56-EE35-A82C-C330-51482229519B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3F95DDA3-2AFF-EAD4-2CF1-853EBCB8EE7E}"/>
              </a:ext>
            </a:extLst>
          </p:cNvPr>
          <p:cNvSpPr/>
          <p:nvPr/>
        </p:nvSpPr>
        <p:spPr>
          <a:xfrm>
            <a:off x="7405829" y="628014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4569936-B459-0282-E2EC-A2A3E849C148}"/>
              </a:ext>
            </a:extLst>
          </p:cNvPr>
          <p:cNvSpPr txBox="1"/>
          <p:nvPr/>
        </p:nvSpPr>
        <p:spPr>
          <a:xfrm>
            <a:off x="7607391" y="5903755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marca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87F9CE7-7C0F-3537-6FB3-60A76E920D52}"/>
              </a:ext>
            </a:extLst>
          </p:cNvPr>
          <p:cNvSpPr txBox="1"/>
          <p:nvPr/>
        </p:nvSpPr>
        <p:spPr>
          <a:xfrm>
            <a:off x="7604458" y="6200852"/>
            <a:ext cx="1078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modelo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7D69C5D-F3CA-93D7-B082-AC7C82529077}"/>
              </a:ext>
            </a:extLst>
          </p:cNvPr>
          <p:cNvSpPr txBox="1"/>
          <p:nvPr/>
        </p:nvSpPr>
        <p:spPr>
          <a:xfrm>
            <a:off x="7604458" y="6504724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ns</a:t>
            </a:r>
            <a:endParaRPr lang="pt-BR" dirty="0"/>
          </a:p>
        </p:txBody>
      </p: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329A9E9E-CF1F-2BE9-BF70-74164550D709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7099543" y="6135756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7223CF2B-670F-3498-04BC-E85A364DFF12}"/>
              </a:ext>
            </a:extLst>
          </p:cNvPr>
          <p:cNvSpPr/>
          <p:nvPr/>
        </p:nvSpPr>
        <p:spPr>
          <a:xfrm>
            <a:off x="7444438" y="65958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4C1510-71E5-37E3-E7AE-9CBCFA415D4C}"/>
              </a:ext>
            </a:extLst>
          </p:cNvPr>
          <p:cNvSpPr txBox="1"/>
          <p:nvPr/>
        </p:nvSpPr>
        <p:spPr>
          <a:xfrm>
            <a:off x="11266242" y="3708152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E8CBE828-B693-37C0-F7A9-63FB6C06B331}"/>
              </a:ext>
            </a:extLst>
          </p:cNvPr>
          <p:cNvSpPr/>
          <p:nvPr/>
        </p:nvSpPr>
        <p:spPr>
          <a:xfrm>
            <a:off x="5656188" y="4866064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705F8EE6-62EA-DB1C-2B4D-1A120DB481A4}"/>
              </a:ext>
            </a:extLst>
          </p:cNvPr>
          <p:cNvCxnSpPr>
            <a:stCxn id="2" idx="0"/>
            <a:endCxn id="55" idx="2"/>
          </p:cNvCxnSpPr>
          <p:nvPr/>
        </p:nvCxnSpPr>
        <p:spPr>
          <a:xfrm flipV="1">
            <a:off x="6195518" y="4275830"/>
            <a:ext cx="51290" cy="590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6B485858-5527-BA3D-253A-969D8541E210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6195518" y="5498186"/>
            <a:ext cx="47254" cy="477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B2F74FF-5156-06AE-6104-5D2D668EE445}"/>
              </a:ext>
            </a:extLst>
          </p:cNvPr>
          <p:cNvSpPr txBox="1"/>
          <p:nvPr/>
        </p:nvSpPr>
        <p:spPr>
          <a:xfrm>
            <a:off x="5714216" y="4987362"/>
            <a:ext cx="10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conserta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549CF1C-3D1C-6009-5F19-F65813AECB55}"/>
              </a:ext>
            </a:extLst>
          </p:cNvPr>
          <p:cNvSpPr txBox="1"/>
          <p:nvPr/>
        </p:nvSpPr>
        <p:spPr>
          <a:xfrm>
            <a:off x="6265281" y="5659979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EE5CE33-3CD8-019E-0A1C-CE3046F88198}"/>
              </a:ext>
            </a:extLst>
          </p:cNvPr>
          <p:cNvSpPr txBox="1"/>
          <p:nvPr/>
        </p:nvSpPr>
        <p:spPr>
          <a:xfrm>
            <a:off x="5309809" y="3929086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65" name="Losango 64">
            <a:extLst>
              <a:ext uri="{FF2B5EF4-FFF2-40B4-BE49-F238E27FC236}">
                <a16:creationId xmlns:a16="http://schemas.microsoft.com/office/drawing/2014/main" id="{9EA9C2F8-1430-F167-E9FE-F06A73A01EFE}"/>
              </a:ext>
            </a:extLst>
          </p:cNvPr>
          <p:cNvSpPr/>
          <p:nvPr/>
        </p:nvSpPr>
        <p:spPr>
          <a:xfrm>
            <a:off x="8124279" y="5050730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94638B63-AC8F-9A0D-0D32-DA3957E64D39}"/>
              </a:ext>
            </a:extLst>
          </p:cNvPr>
          <p:cNvCxnSpPr>
            <a:cxnSpLocks/>
          </p:cNvCxnSpPr>
          <p:nvPr/>
        </p:nvCxnSpPr>
        <p:spPr>
          <a:xfrm flipH="1" flipV="1">
            <a:off x="6805238" y="4293742"/>
            <a:ext cx="1572894" cy="90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04C90B4-322E-3079-79ED-8C8E0E3DFF6C}"/>
              </a:ext>
            </a:extLst>
          </p:cNvPr>
          <p:cNvCxnSpPr>
            <a:cxnSpLocks/>
            <a:stCxn id="75" idx="1"/>
          </p:cNvCxnSpPr>
          <p:nvPr/>
        </p:nvCxnSpPr>
        <p:spPr>
          <a:xfrm flipH="1" flipV="1">
            <a:off x="8936562" y="5541360"/>
            <a:ext cx="764647" cy="249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389F00B-A5B4-7429-CD02-8D06F510317E}"/>
              </a:ext>
            </a:extLst>
          </p:cNvPr>
          <p:cNvSpPr txBox="1"/>
          <p:nvPr/>
        </p:nvSpPr>
        <p:spPr>
          <a:xfrm>
            <a:off x="8182307" y="5172028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composta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595188A2-AAC6-4563-FAE4-BCDAD26814A0}"/>
              </a:ext>
            </a:extLst>
          </p:cNvPr>
          <p:cNvSpPr txBox="1"/>
          <p:nvPr/>
        </p:nvSpPr>
        <p:spPr>
          <a:xfrm>
            <a:off x="6782006" y="4030757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53C3262E-4C0F-CA03-2282-4EFA6C2A178A}"/>
              </a:ext>
            </a:extLst>
          </p:cNvPr>
          <p:cNvSpPr txBox="1"/>
          <p:nvPr/>
        </p:nvSpPr>
        <p:spPr>
          <a:xfrm>
            <a:off x="9457634" y="5347561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4F7B3EA0-E32E-9C68-F469-4461957FA2C7}"/>
              </a:ext>
            </a:extLst>
          </p:cNvPr>
          <p:cNvSpPr/>
          <p:nvPr/>
        </p:nvSpPr>
        <p:spPr>
          <a:xfrm>
            <a:off x="3650980" y="3528649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FF388E5-0F49-C37D-B749-AA5230DDD079}"/>
              </a:ext>
            </a:extLst>
          </p:cNvPr>
          <p:cNvSpPr txBox="1"/>
          <p:nvPr/>
        </p:nvSpPr>
        <p:spPr>
          <a:xfrm>
            <a:off x="3839053" y="3613530"/>
            <a:ext cx="10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utiliza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9992FCF4-A3BF-CB32-4186-FF348E60047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866096" y="3627885"/>
            <a:ext cx="784884" cy="216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AAFAD0AF-B47A-CB45-9B86-9A0369D6F60E}"/>
              </a:ext>
            </a:extLst>
          </p:cNvPr>
          <p:cNvCxnSpPr>
            <a:endCxn id="55" idx="1"/>
          </p:cNvCxnSpPr>
          <p:nvPr/>
        </p:nvCxnSpPr>
        <p:spPr>
          <a:xfrm>
            <a:off x="4729640" y="3837961"/>
            <a:ext cx="977838" cy="253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13FC8749-368C-B279-141F-708429EA6325}"/>
              </a:ext>
            </a:extLst>
          </p:cNvPr>
          <p:cNvSpPr txBox="1"/>
          <p:nvPr/>
        </p:nvSpPr>
        <p:spPr>
          <a:xfrm>
            <a:off x="2797398" y="3335428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6C6F2B84-984B-444B-48AF-4C8FD0EECA86}"/>
              </a:ext>
            </a:extLst>
          </p:cNvPr>
          <p:cNvCxnSpPr>
            <a:cxnSpLocks/>
            <a:stCxn id="87" idx="4"/>
          </p:cNvCxnSpPr>
          <p:nvPr/>
        </p:nvCxnSpPr>
        <p:spPr>
          <a:xfrm flipH="1">
            <a:off x="4171213" y="3244470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Elipse 86">
            <a:extLst>
              <a:ext uri="{FF2B5EF4-FFF2-40B4-BE49-F238E27FC236}">
                <a16:creationId xmlns:a16="http://schemas.microsoft.com/office/drawing/2014/main" id="{C5639029-7FAE-6FEE-0A11-D5699F1A1161}"/>
              </a:ext>
            </a:extLst>
          </p:cNvPr>
          <p:cNvSpPr/>
          <p:nvPr/>
        </p:nvSpPr>
        <p:spPr>
          <a:xfrm>
            <a:off x="4171213" y="309020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34016BB1-37C7-4EF1-747D-CD7CEFA1FF34}"/>
              </a:ext>
            </a:extLst>
          </p:cNvPr>
          <p:cNvSpPr txBox="1"/>
          <p:nvPr/>
        </p:nvSpPr>
        <p:spPr>
          <a:xfrm>
            <a:off x="3944223" y="275944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qtde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5984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empresa que realiza manutenções em equipamentos eletrônicos deseja informatizar seu sistema de Ordem de Serviço (OS).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Sabe-se que uma OS é composta por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um cliente, um equipamento, um número, uma data de OS, produtos utilizados para consertar o equipamento e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lista de mão de obra 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relacionada a OS, </a:t>
            </a:r>
            <a:r>
              <a:rPr lang="pt-BR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além de um técnico responsável 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 OS. Um cliente possui um nome, endereço e telefone de contato. Um equipamento possui uma marca (Samsung, 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Tochiba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....) um modelo (AB32, CV33,...) e um número de série. Um produto pode estar vinculado a quantas forem a OS. Um serviço pode ser realizado em várias OS diferentes. Não é obrigatório possuir na OS um técnico responsável. Um técnico deve possuir um nome e telefone. Para cada produto alocado na OS é necessário que seja informada a quantidade utilizada do mesmo na 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787436" y="3443219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FEEB2E-E305-0B34-A510-3BCB82284294}"/>
              </a:ext>
            </a:extLst>
          </p:cNvPr>
          <p:cNvSpPr txBox="1"/>
          <p:nvPr/>
        </p:nvSpPr>
        <p:spPr>
          <a:xfrm>
            <a:off x="560980" y="3318960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9A1BF3-61B6-FF6E-1651-5975F2BFEEB3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568787" y="3554576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371F90EF-AE46-6752-48E2-DB66205D3F7B}"/>
              </a:ext>
            </a:extLst>
          </p:cNvPr>
          <p:cNvSpPr/>
          <p:nvPr/>
        </p:nvSpPr>
        <p:spPr>
          <a:xfrm>
            <a:off x="1408767" y="347744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D6AD04-9E8E-2A17-D4A8-CA1260458E46}"/>
              </a:ext>
            </a:extLst>
          </p:cNvPr>
          <p:cNvSpPr txBox="1"/>
          <p:nvPr/>
        </p:nvSpPr>
        <p:spPr>
          <a:xfrm>
            <a:off x="549576" y="3614983"/>
            <a:ext cx="796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0150952-98D4-26E5-65EA-53B05BA32A7E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1563488" y="3627885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47C213DA-C7DD-5EC2-2762-56B654001BE5}"/>
              </a:ext>
            </a:extLst>
          </p:cNvPr>
          <p:cNvSpPr/>
          <p:nvPr/>
        </p:nvSpPr>
        <p:spPr>
          <a:xfrm>
            <a:off x="1403468" y="370476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274DC4-1952-1E15-AD78-5D42B7119CFF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1563488" y="3627885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2D3776A-7514-AE0A-758F-8FE9EBA79120}"/>
              </a:ext>
            </a:extLst>
          </p:cNvPr>
          <p:cNvSpPr/>
          <p:nvPr/>
        </p:nvSpPr>
        <p:spPr>
          <a:xfrm>
            <a:off x="1403468" y="397090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2336B9-72ED-6947-454E-5D8D1512DFB9}"/>
              </a:ext>
            </a:extLst>
          </p:cNvPr>
          <p:cNvSpPr txBox="1"/>
          <p:nvPr/>
        </p:nvSpPr>
        <p:spPr>
          <a:xfrm>
            <a:off x="560980" y="3875416"/>
            <a:ext cx="78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85E09C-370E-A2B0-F296-D3B6C1EC4DBD}"/>
              </a:ext>
            </a:extLst>
          </p:cNvPr>
          <p:cNvSpPr txBox="1"/>
          <p:nvPr/>
        </p:nvSpPr>
        <p:spPr>
          <a:xfrm>
            <a:off x="5429326" y="3157315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5758967-4E98-A8B9-9AA3-F0CCF7CD4F2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5888310" y="3679706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871218F-842E-46CA-5589-30AE36AE8D55}"/>
              </a:ext>
            </a:extLst>
          </p:cNvPr>
          <p:cNvSpPr/>
          <p:nvPr/>
        </p:nvSpPr>
        <p:spPr>
          <a:xfrm>
            <a:off x="5808300" y="3525442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53B8974-CA35-9F58-675E-B78F57CD9F8A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6187818" y="3641140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4C90657D-3FB1-94AF-521E-4575B9D63726}"/>
              </a:ext>
            </a:extLst>
          </p:cNvPr>
          <p:cNvSpPr/>
          <p:nvPr/>
        </p:nvSpPr>
        <p:spPr>
          <a:xfrm>
            <a:off x="6187818" y="348687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ACA389-C65C-487C-79D2-CF399E70D5B2}"/>
              </a:ext>
            </a:extLst>
          </p:cNvPr>
          <p:cNvSpPr txBox="1"/>
          <p:nvPr/>
        </p:nvSpPr>
        <p:spPr>
          <a:xfrm>
            <a:off x="5960828" y="315611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data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5707478" y="3906498"/>
            <a:ext cx="1078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E97953A-203E-9748-95E5-F3ED816B63E9}"/>
              </a:ext>
            </a:extLst>
          </p:cNvPr>
          <p:cNvSpPr txBox="1"/>
          <p:nvPr/>
        </p:nvSpPr>
        <p:spPr>
          <a:xfrm>
            <a:off x="2023731" y="5747206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Técnico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63A3E0B-EEEA-77DE-47E7-F3D7E9C878A1}"/>
              </a:ext>
            </a:extLst>
          </p:cNvPr>
          <p:cNvSpPr txBox="1"/>
          <p:nvPr/>
        </p:nvSpPr>
        <p:spPr>
          <a:xfrm>
            <a:off x="1142219" y="5671196"/>
            <a:ext cx="533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D8465F4B-799B-ED90-6F65-C0080CAB3BB4}"/>
              </a:ext>
            </a:extLst>
          </p:cNvPr>
          <p:cNvCxnSpPr>
            <a:cxnSpLocks/>
            <a:stCxn id="27" idx="6"/>
            <a:endCxn id="22" idx="1"/>
          </p:cNvCxnSpPr>
          <p:nvPr/>
        </p:nvCxnSpPr>
        <p:spPr>
          <a:xfrm>
            <a:off x="1805082" y="5858563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id="{AD214BDA-72AE-598E-5D2D-F13FB7D28870}"/>
              </a:ext>
            </a:extLst>
          </p:cNvPr>
          <p:cNvSpPr/>
          <p:nvPr/>
        </p:nvSpPr>
        <p:spPr>
          <a:xfrm>
            <a:off x="1645062" y="5781431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72E11F2-B4BE-904A-7760-C05DED38328C}"/>
              </a:ext>
            </a:extLst>
          </p:cNvPr>
          <p:cNvSpPr txBox="1"/>
          <p:nvPr/>
        </p:nvSpPr>
        <p:spPr>
          <a:xfrm>
            <a:off x="907216" y="5912545"/>
            <a:ext cx="750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DBCD1DCA-8EAB-13CB-DB70-A07798D6BF42}"/>
              </a:ext>
            </a:extLst>
          </p:cNvPr>
          <p:cNvCxnSpPr>
            <a:cxnSpLocks/>
            <a:stCxn id="30" idx="6"/>
            <a:endCxn id="22" idx="1"/>
          </p:cNvCxnSpPr>
          <p:nvPr/>
        </p:nvCxnSpPr>
        <p:spPr>
          <a:xfrm flipV="1">
            <a:off x="1799783" y="5931872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191F8ECD-EBD9-12F4-8DF5-C3C51E5EC5A8}"/>
              </a:ext>
            </a:extLst>
          </p:cNvPr>
          <p:cNvSpPr/>
          <p:nvPr/>
        </p:nvSpPr>
        <p:spPr>
          <a:xfrm>
            <a:off x="1639763" y="60087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04A97DD-EEEB-3FC5-CF06-1E9C2C6CB73C}"/>
              </a:ext>
            </a:extLst>
          </p:cNvPr>
          <p:cNvCxnSpPr>
            <a:cxnSpLocks/>
            <a:stCxn id="32" idx="6"/>
            <a:endCxn id="22" idx="1"/>
          </p:cNvCxnSpPr>
          <p:nvPr/>
        </p:nvCxnSpPr>
        <p:spPr>
          <a:xfrm flipV="1">
            <a:off x="1799783" y="5931872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7A1D860B-04E0-BA3F-6E1D-B7F2CFCDA366}"/>
              </a:ext>
            </a:extLst>
          </p:cNvPr>
          <p:cNvSpPr/>
          <p:nvPr/>
        </p:nvSpPr>
        <p:spPr>
          <a:xfrm>
            <a:off x="1639763" y="627489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B4EC06A-984C-8BA6-851F-0D15062A7538}"/>
              </a:ext>
            </a:extLst>
          </p:cNvPr>
          <p:cNvSpPr txBox="1"/>
          <p:nvPr/>
        </p:nvSpPr>
        <p:spPr>
          <a:xfrm>
            <a:off x="1142219" y="6179403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4ED856E-D911-CCAB-E961-D588E4F2D1FC}"/>
              </a:ext>
            </a:extLst>
          </p:cNvPr>
          <p:cNvSpPr txBox="1"/>
          <p:nvPr/>
        </p:nvSpPr>
        <p:spPr>
          <a:xfrm>
            <a:off x="9356485" y="3448491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Mão-de-obra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A9DD7E-BCEA-924E-AA60-98901841063F}"/>
              </a:ext>
            </a:extLst>
          </p:cNvPr>
          <p:cNvSpPr txBox="1"/>
          <p:nvPr/>
        </p:nvSpPr>
        <p:spPr>
          <a:xfrm>
            <a:off x="11244781" y="3145232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numero</a:t>
            </a:r>
          </a:p>
        </p:txBody>
      </p: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BA16FED3-5AF1-D7AC-05C6-8D600396689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10788532" y="3386782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05671903-F57D-1306-AC22-2A2C331ED6CE}"/>
              </a:ext>
            </a:extLst>
          </p:cNvPr>
          <p:cNvSpPr/>
          <p:nvPr/>
        </p:nvSpPr>
        <p:spPr>
          <a:xfrm>
            <a:off x="11100117" y="328408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CFBF1B4-B235-8617-93D1-019E4A46DF0D}"/>
              </a:ext>
            </a:extLst>
          </p:cNvPr>
          <p:cNvSpPr txBox="1"/>
          <p:nvPr/>
        </p:nvSpPr>
        <p:spPr>
          <a:xfrm>
            <a:off x="11266242" y="3392526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3F5F96A3-7E34-0811-5EB4-D8F190C3F9D4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0788532" y="3633157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ipse 52">
            <a:extLst>
              <a:ext uri="{FF2B5EF4-FFF2-40B4-BE49-F238E27FC236}">
                <a16:creationId xmlns:a16="http://schemas.microsoft.com/office/drawing/2014/main" id="{EEC5BC2B-E663-993B-D8B6-6A7213723C2E}"/>
              </a:ext>
            </a:extLst>
          </p:cNvPr>
          <p:cNvSpPr/>
          <p:nvPr/>
        </p:nvSpPr>
        <p:spPr>
          <a:xfrm>
            <a:off x="11094818" y="351139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02EABB87-843A-372E-FEB1-D35B57D3B36B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0788532" y="3633157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>
            <a:extLst>
              <a:ext uri="{FF2B5EF4-FFF2-40B4-BE49-F238E27FC236}">
                <a16:creationId xmlns:a16="http://schemas.microsoft.com/office/drawing/2014/main" id="{7931AA7A-2521-9A8C-4C41-11EB6FF29EC8}"/>
              </a:ext>
            </a:extLst>
          </p:cNvPr>
          <p:cNvSpPr/>
          <p:nvPr/>
        </p:nvSpPr>
        <p:spPr>
          <a:xfrm>
            <a:off x="11094818" y="3777542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7F80D61-A6EA-C797-04B9-A78A25CE7C12}"/>
              </a:ext>
            </a:extLst>
          </p:cNvPr>
          <p:cNvSpPr txBox="1"/>
          <p:nvPr/>
        </p:nvSpPr>
        <p:spPr>
          <a:xfrm>
            <a:off x="9701209" y="5606658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Cliente</a:t>
            </a: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6DDD1426-9E36-B547-B59A-6E44CFAC5F57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10779869" y="5544949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ipse 76">
            <a:extLst>
              <a:ext uri="{FF2B5EF4-FFF2-40B4-BE49-F238E27FC236}">
                <a16:creationId xmlns:a16="http://schemas.microsoft.com/office/drawing/2014/main" id="{41734682-9ADF-C8FD-DD28-D9CB09CF2BF7}"/>
              </a:ext>
            </a:extLst>
          </p:cNvPr>
          <p:cNvSpPr/>
          <p:nvPr/>
        </p:nvSpPr>
        <p:spPr>
          <a:xfrm>
            <a:off x="11091454" y="544224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C02FFB46-8961-580C-6AC7-A049794EBF43}"/>
              </a:ext>
            </a:extLst>
          </p:cNvPr>
          <p:cNvSpPr txBox="1"/>
          <p:nvPr/>
        </p:nvSpPr>
        <p:spPr>
          <a:xfrm>
            <a:off x="11246175" y="5262226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id</a:t>
            </a:r>
          </a:p>
        </p:txBody>
      </p: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2BF45390-0AA3-52E5-D737-5272B8159E4F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>
            <a:extLst>
              <a:ext uri="{FF2B5EF4-FFF2-40B4-BE49-F238E27FC236}">
                <a16:creationId xmlns:a16="http://schemas.microsoft.com/office/drawing/2014/main" id="{BE61C77D-28A5-A892-AA36-3AD50E57E92E}"/>
              </a:ext>
            </a:extLst>
          </p:cNvPr>
          <p:cNvSpPr/>
          <p:nvPr/>
        </p:nvSpPr>
        <p:spPr>
          <a:xfrm>
            <a:off x="11086155" y="56695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227C07F6-27BE-3073-D3E5-21094C8B31DA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>
            <a:extLst>
              <a:ext uri="{FF2B5EF4-FFF2-40B4-BE49-F238E27FC236}">
                <a16:creationId xmlns:a16="http://schemas.microsoft.com/office/drawing/2014/main" id="{EBBE8C39-843F-63EE-F661-051B24333E42}"/>
              </a:ext>
            </a:extLst>
          </p:cNvPr>
          <p:cNvSpPr/>
          <p:nvPr/>
        </p:nvSpPr>
        <p:spPr>
          <a:xfrm>
            <a:off x="11086155" y="5935709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26C1CB4-FDEB-A391-6D3B-E192D006EEAC}"/>
              </a:ext>
            </a:extLst>
          </p:cNvPr>
          <p:cNvSpPr txBox="1"/>
          <p:nvPr/>
        </p:nvSpPr>
        <p:spPr>
          <a:xfrm>
            <a:off x="11287717" y="5559323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8213E53-BC77-4797-4295-F3D79E9014B8}"/>
              </a:ext>
            </a:extLst>
          </p:cNvPr>
          <p:cNvSpPr txBox="1"/>
          <p:nvPr/>
        </p:nvSpPr>
        <p:spPr>
          <a:xfrm>
            <a:off x="5667496" y="5986137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Equipamento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5B04E3-38D6-4AFB-49DF-B87E375A3DBE}"/>
              </a:ext>
            </a:extLst>
          </p:cNvPr>
          <p:cNvSpPr txBox="1"/>
          <p:nvPr/>
        </p:nvSpPr>
        <p:spPr>
          <a:xfrm>
            <a:off x="11284784" y="5856420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end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7C5B1B-8253-E6E6-6815-787C547F0A49}"/>
              </a:ext>
            </a:extLst>
          </p:cNvPr>
          <p:cNvSpPr txBox="1"/>
          <p:nvPr/>
        </p:nvSpPr>
        <p:spPr>
          <a:xfrm>
            <a:off x="11284784" y="6160292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8D491E7-3FEB-2C85-8E48-024343C7D05C}"/>
              </a:ext>
            </a:extLst>
          </p:cNvPr>
          <p:cNvCxnSpPr>
            <a:cxnSpLocks/>
            <a:stCxn id="75" idx="3"/>
            <a:endCxn id="18" idx="1"/>
          </p:cNvCxnSpPr>
          <p:nvPr/>
        </p:nvCxnSpPr>
        <p:spPr>
          <a:xfrm>
            <a:off x="10779869" y="5791324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71EE79BF-2D2D-5F4D-93F9-EF3756E25564}"/>
              </a:ext>
            </a:extLst>
          </p:cNvPr>
          <p:cNvSpPr/>
          <p:nvPr/>
        </p:nvSpPr>
        <p:spPr>
          <a:xfrm>
            <a:off x="11124764" y="625143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149CF17C-14B2-0EB0-52DD-4EE06ECC1B1E}"/>
              </a:ext>
            </a:extLst>
          </p:cNvPr>
          <p:cNvCxnSpPr>
            <a:cxnSpLocks/>
          </p:cNvCxnSpPr>
          <p:nvPr/>
        </p:nvCxnSpPr>
        <p:spPr>
          <a:xfrm flipV="1">
            <a:off x="7099543" y="5889381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5F8EA892-6ECA-FE92-3351-48B990AFE303}"/>
              </a:ext>
            </a:extLst>
          </p:cNvPr>
          <p:cNvSpPr/>
          <p:nvPr/>
        </p:nvSpPr>
        <p:spPr>
          <a:xfrm>
            <a:off x="7411128" y="5786679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53D27FB-0444-71D1-9039-6835FA5160B7}"/>
              </a:ext>
            </a:extLst>
          </p:cNvPr>
          <p:cNvSpPr txBox="1"/>
          <p:nvPr/>
        </p:nvSpPr>
        <p:spPr>
          <a:xfrm>
            <a:off x="7565849" y="5606658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id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689A23FB-587E-6B9C-19B7-98F08CBB59B2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6F30BEF8-CA8B-748D-1A91-DD791A9E7BB9}"/>
              </a:ext>
            </a:extLst>
          </p:cNvPr>
          <p:cNvSpPr/>
          <p:nvPr/>
        </p:nvSpPr>
        <p:spPr>
          <a:xfrm>
            <a:off x="7405829" y="601399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59D79B56-EE35-A82C-C330-51482229519B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3F95DDA3-2AFF-EAD4-2CF1-853EBCB8EE7E}"/>
              </a:ext>
            </a:extLst>
          </p:cNvPr>
          <p:cNvSpPr/>
          <p:nvPr/>
        </p:nvSpPr>
        <p:spPr>
          <a:xfrm>
            <a:off x="7405829" y="628014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4569936-B459-0282-E2EC-A2A3E849C148}"/>
              </a:ext>
            </a:extLst>
          </p:cNvPr>
          <p:cNvSpPr txBox="1"/>
          <p:nvPr/>
        </p:nvSpPr>
        <p:spPr>
          <a:xfrm>
            <a:off x="7607391" y="5903755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marca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87F9CE7-7C0F-3537-6FB3-60A76E920D52}"/>
              </a:ext>
            </a:extLst>
          </p:cNvPr>
          <p:cNvSpPr txBox="1"/>
          <p:nvPr/>
        </p:nvSpPr>
        <p:spPr>
          <a:xfrm>
            <a:off x="7604458" y="6200852"/>
            <a:ext cx="1078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modelo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7D69C5D-F3CA-93D7-B082-AC7C82529077}"/>
              </a:ext>
            </a:extLst>
          </p:cNvPr>
          <p:cNvSpPr txBox="1"/>
          <p:nvPr/>
        </p:nvSpPr>
        <p:spPr>
          <a:xfrm>
            <a:off x="7604458" y="6504724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ns</a:t>
            </a:r>
            <a:endParaRPr lang="pt-BR" dirty="0"/>
          </a:p>
        </p:txBody>
      </p: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329A9E9E-CF1F-2BE9-BF70-74164550D709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7099543" y="6135756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7223CF2B-670F-3498-04BC-E85A364DFF12}"/>
              </a:ext>
            </a:extLst>
          </p:cNvPr>
          <p:cNvSpPr/>
          <p:nvPr/>
        </p:nvSpPr>
        <p:spPr>
          <a:xfrm>
            <a:off x="7444438" y="65958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4C1510-71E5-37E3-E7AE-9CBCFA415D4C}"/>
              </a:ext>
            </a:extLst>
          </p:cNvPr>
          <p:cNvSpPr txBox="1"/>
          <p:nvPr/>
        </p:nvSpPr>
        <p:spPr>
          <a:xfrm>
            <a:off x="11266242" y="3708152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E8CBE828-B693-37C0-F7A9-63FB6C06B331}"/>
              </a:ext>
            </a:extLst>
          </p:cNvPr>
          <p:cNvSpPr/>
          <p:nvPr/>
        </p:nvSpPr>
        <p:spPr>
          <a:xfrm>
            <a:off x="5656188" y="4866064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705F8EE6-62EA-DB1C-2B4D-1A120DB481A4}"/>
              </a:ext>
            </a:extLst>
          </p:cNvPr>
          <p:cNvCxnSpPr>
            <a:stCxn id="2" idx="0"/>
            <a:endCxn id="55" idx="2"/>
          </p:cNvCxnSpPr>
          <p:nvPr/>
        </p:nvCxnSpPr>
        <p:spPr>
          <a:xfrm flipV="1">
            <a:off x="6195518" y="4275830"/>
            <a:ext cx="51290" cy="590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6B485858-5527-BA3D-253A-969D8541E210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6195518" y="5498186"/>
            <a:ext cx="47254" cy="477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B2F74FF-5156-06AE-6104-5D2D668EE445}"/>
              </a:ext>
            </a:extLst>
          </p:cNvPr>
          <p:cNvSpPr txBox="1"/>
          <p:nvPr/>
        </p:nvSpPr>
        <p:spPr>
          <a:xfrm>
            <a:off x="5714216" y="4987362"/>
            <a:ext cx="10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conserta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549CF1C-3D1C-6009-5F19-F65813AECB55}"/>
              </a:ext>
            </a:extLst>
          </p:cNvPr>
          <p:cNvSpPr txBox="1"/>
          <p:nvPr/>
        </p:nvSpPr>
        <p:spPr>
          <a:xfrm>
            <a:off x="6265281" y="5659979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EE5CE33-3CD8-019E-0A1C-CE3046F88198}"/>
              </a:ext>
            </a:extLst>
          </p:cNvPr>
          <p:cNvSpPr txBox="1"/>
          <p:nvPr/>
        </p:nvSpPr>
        <p:spPr>
          <a:xfrm>
            <a:off x="5242443" y="3693891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65" name="Losango 64">
            <a:extLst>
              <a:ext uri="{FF2B5EF4-FFF2-40B4-BE49-F238E27FC236}">
                <a16:creationId xmlns:a16="http://schemas.microsoft.com/office/drawing/2014/main" id="{9EA9C2F8-1430-F167-E9FE-F06A73A01EFE}"/>
              </a:ext>
            </a:extLst>
          </p:cNvPr>
          <p:cNvSpPr/>
          <p:nvPr/>
        </p:nvSpPr>
        <p:spPr>
          <a:xfrm>
            <a:off x="8124279" y="5050730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94638B63-AC8F-9A0D-0D32-DA3957E64D39}"/>
              </a:ext>
            </a:extLst>
          </p:cNvPr>
          <p:cNvCxnSpPr>
            <a:cxnSpLocks/>
          </p:cNvCxnSpPr>
          <p:nvPr/>
        </p:nvCxnSpPr>
        <p:spPr>
          <a:xfrm flipH="1" flipV="1">
            <a:off x="6805238" y="4293742"/>
            <a:ext cx="1572894" cy="90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04C90B4-322E-3079-79ED-8C8E0E3DFF6C}"/>
              </a:ext>
            </a:extLst>
          </p:cNvPr>
          <p:cNvCxnSpPr>
            <a:cxnSpLocks/>
            <a:stCxn id="75" idx="1"/>
          </p:cNvCxnSpPr>
          <p:nvPr/>
        </p:nvCxnSpPr>
        <p:spPr>
          <a:xfrm flipH="1" flipV="1">
            <a:off x="8936562" y="5541360"/>
            <a:ext cx="764647" cy="249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389F00B-A5B4-7429-CD02-8D06F510317E}"/>
              </a:ext>
            </a:extLst>
          </p:cNvPr>
          <p:cNvSpPr txBox="1"/>
          <p:nvPr/>
        </p:nvSpPr>
        <p:spPr>
          <a:xfrm>
            <a:off x="8182307" y="5172028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composta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595188A2-AAC6-4563-FAE4-BCDAD26814A0}"/>
              </a:ext>
            </a:extLst>
          </p:cNvPr>
          <p:cNvSpPr txBox="1"/>
          <p:nvPr/>
        </p:nvSpPr>
        <p:spPr>
          <a:xfrm>
            <a:off x="6822099" y="4360185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53C3262E-4C0F-CA03-2282-4EFA6C2A178A}"/>
              </a:ext>
            </a:extLst>
          </p:cNvPr>
          <p:cNvSpPr txBox="1"/>
          <p:nvPr/>
        </p:nvSpPr>
        <p:spPr>
          <a:xfrm>
            <a:off x="9457634" y="5347561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4F7B3EA0-E32E-9C68-F469-4461957FA2C7}"/>
              </a:ext>
            </a:extLst>
          </p:cNvPr>
          <p:cNvSpPr/>
          <p:nvPr/>
        </p:nvSpPr>
        <p:spPr>
          <a:xfrm>
            <a:off x="3650980" y="3528649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FF388E5-0F49-C37D-B749-AA5230DDD079}"/>
              </a:ext>
            </a:extLst>
          </p:cNvPr>
          <p:cNvSpPr txBox="1"/>
          <p:nvPr/>
        </p:nvSpPr>
        <p:spPr>
          <a:xfrm>
            <a:off x="3839053" y="3613530"/>
            <a:ext cx="10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utiliza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9992FCF4-A3BF-CB32-4186-FF348E60047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866096" y="3627885"/>
            <a:ext cx="784884" cy="216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AAFAD0AF-B47A-CB45-9B86-9A0369D6F60E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4729640" y="3837961"/>
            <a:ext cx="977838" cy="253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13FC8749-368C-B279-141F-708429EA6325}"/>
              </a:ext>
            </a:extLst>
          </p:cNvPr>
          <p:cNvSpPr txBox="1"/>
          <p:nvPr/>
        </p:nvSpPr>
        <p:spPr>
          <a:xfrm>
            <a:off x="2797398" y="3335428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38" name="Losango 37">
            <a:extLst>
              <a:ext uri="{FF2B5EF4-FFF2-40B4-BE49-F238E27FC236}">
                <a16:creationId xmlns:a16="http://schemas.microsoft.com/office/drawing/2014/main" id="{6FC6AE24-BF1E-7447-268C-BFD265E82068}"/>
              </a:ext>
            </a:extLst>
          </p:cNvPr>
          <p:cNvSpPr/>
          <p:nvPr/>
        </p:nvSpPr>
        <p:spPr>
          <a:xfrm>
            <a:off x="7791136" y="3395285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DDA106A-4186-211B-270B-1D440BF839C8}"/>
              </a:ext>
            </a:extLst>
          </p:cNvPr>
          <p:cNvSpPr txBox="1"/>
          <p:nvPr/>
        </p:nvSpPr>
        <p:spPr>
          <a:xfrm>
            <a:off x="7942188" y="3502143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possui</a:t>
            </a:r>
          </a:p>
        </p:txBody>
      </p: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D9876B25-DC86-8959-4027-62391BEC6514}"/>
              </a:ext>
            </a:extLst>
          </p:cNvPr>
          <p:cNvCxnSpPr>
            <a:stCxn id="55" idx="3"/>
            <a:endCxn id="38" idx="1"/>
          </p:cNvCxnSpPr>
          <p:nvPr/>
        </p:nvCxnSpPr>
        <p:spPr>
          <a:xfrm flipV="1">
            <a:off x="6786138" y="3711346"/>
            <a:ext cx="1004998" cy="379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FECAE574-A580-5739-9D23-D3E35F04E9FF}"/>
              </a:ext>
            </a:extLst>
          </p:cNvPr>
          <p:cNvCxnSpPr>
            <a:endCxn id="34" idx="1"/>
          </p:cNvCxnSpPr>
          <p:nvPr/>
        </p:nvCxnSpPr>
        <p:spPr>
          <a:xfrm flipV="1">
            <a:off x="8869796" y="3633157"/>
            <a:ext cx="486689" cy="53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5073DF34-4C45-4B3F-B3BF-E2070AF008F5}"/>
              </a:ext>
            </a:extLst>
          </p:cNvPr>
          <p:cNvSpPr txBox="1"/>
          <p:nvPr/>
        </p:nvSpPr>
        <p:spPr>
          <a:xfrm>
            <a:off x="9008467" y="3284996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67BE0C3E-41AB-DA11-D547-B2963498CB28}"/>
              </a:ext>
            </a:extLst>
          </p:cNvPr>
          <p:cNvSpPr txBox="1"/>
          <p:nvPr/>
        </p:nvSpPr>
        <p:spPr>
          <a:xfrm>
            <a:off x="6739444" y="3720594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91" name="Losango 90">
            <a:extLst>
              <a:ext uri="{FF2B5EF4-FFF2-40B4-BE49-F238E27FC236}">
                <a16:creationId xmlns:a16="http://schemas.microsoft.com/office/drawing/2014/main" id="{E370C30C-9CB9-B2DA-B733-82F0ADC891E7}"/>
              </a:ext>
            </a:extLst>
          </p:cNvPr>
          <p:cNvSpPr/>
          <p:nvPr/>
        </p:nvSpPr>
        <p:spPr>
          <a:xfrm>
            <a:off x="3572083" y="4961237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66257966-549A-D174-7440-CE149A9483F3}"/>
              </a:ext>
            </a:extLst>
          </p:cNvPr>
          <p:cNvSpPr txBox="1"/>
          <p:nvPr/>
        </p:nvSpPr>
        <p:spPr>
          <a:xfrm>
            <a:off x="3703818" y="5099389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possui</a:t>
            </a:r>
          </a:p>
        </p:txBody>
      </p: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E22D0AC7-5C35-FDDB-FFCD-FFBF0F87D5EE}"/>
              </a:ext>
            </a:extLst>
          </p:cNvPr>
          <p:cNvCxnSpPr>
            <a:cxnSpLocks/>
            <a:stCxn id="22" idx="3"/>
            <a:endCxn id="91" idx="1"/>
          </p:cNvCxnSpPr>
          <p:nvPr/>
        </p:nvCxnSpPr>
        <p:spPr>
          <a:xfrm flipV="1">
            <a:off x="3102391" y="5277298"/>
            <a:ext cx="469692" cy="654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56E8E120-1AE5-9E8F-0F29-FDAC3A0D4526}"/>
              </a:ext>
            </a:extLst>
          </p:cNvPr>
          <p:cNvSpPr txBox="1"/>
          <p:nvPr/>
        </p:nvSpPr>
        <p:spPr>
          <a:xfrm>
            <a:off x="5477804" y="4789535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101" name="Conector reto 100">
            <a:extLst>
              <a:ext uri="{FF2B5EF4-FFF2-40B4-BE49-F238E27FC236}">
                <a16:creationId xmlns:a16="http://schemas.microsoft.com/office/drawing/2014/main" id="{5D691444-17D5-65B6-6799-3A838D1C85AF}"/>
              </a:ext>
            </a:extLst>
          </p:cNvPr>
          <p:cNvCxnSpPr>
            <a:endCxn id="55" idx="1"/>
          </p:cNvCxnSpPr>
          <p:nvPr/>
        </p:nvCxnSpPr>
        <p:spPr>
          <a:xfrm flipV="1">
            <a:off x="4650743" y="4091164"/>
            <a:ext cx="1056735" cy="1171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81BFA961-1C60-2FDA-41AE-3CD782FA02C4}"/>
              </a:ext>
            </a:extLst>
          </p:cNvPr>
          <p:cNvSpPr txBox="1"/>
          <p:nvPr/>
        </p:nvSpPr>
        <p:spPr>
          <a:xfrm>
            <a:off x="3139549" y="5711588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6581EB0B-44DC-D8AC-683A-6B20CDF571B6}"/>
              </a:ext>
            </a:extLst>
          </p:cNvPr>
          <p:cNvSpPr txBox="1"/>
          <p:nvPr/>
        </p:nvSpPr>
        <p:spPr>
          <a:xfrm>
            <a:off x="5244295" y="4080884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6D0A8C5D-114D-19A0-E460-4BDDE33015E1}"/>
              </a:ext>
            </a:extLst>
          </p:cNvPr>
          <p:cNvCxnSpPr>
            <a:cxnSpLocks/>
            <a:stCxn id="105" idx="4"/>
          </p:cNvCxnSpPr>
          <p:nvPr/>
        </p:nvCxnSpPr>
        <p:spPr>
          <a:xfrm flipH="1">
            <a:off x="4171213" y="3244470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Elipse 104">
            <a:extLst>
              <a:ext uri="{FF2B5EF4-FFF2-40B4-BE49-F238E27FC236}">
                <a16:creationId xmlns:a16="http://schemas.microsoft.com/office/drawing/2014/main" id="{DD41E81B-BB24-1009-CB17-9BB1FD154771}"/>
              </a:ext>
            </a:extLst>
          </p:cNvPr>
          <p:cNvSpPr/>
          <p:nvPr/>
        </p:nvSpPr>
        <p:spPr>
          <a:xfrm>
            <a:off x="4171213" y="309020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7CB75C62-6E26-7B03-5ED1-D82ECD79888D}"/>
              </a:ext>
            </a:extLst>
          </p:cNvPr>
          <p:cNvSpPr txBox="1"/>
          <p:nvPr/>
        </p:nvSpPr>
        <p:spPr>
          <a:xfrm>
            <a:off x="3944223" y="275944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qtde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1338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787436" y="3443219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Produto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FEEB2E-E305-0B34-A510-3BCB82284294}"/>
              </a:ext>
            </a:extLst>
          </p:cNvPr>
          <p:cNvSpPr txBox="1"/>
          <p:nvPr/>
        </p:nvSpPr>
        <p:spPr>
          <a:xfrm>
            <a:off x="560980" y="3318960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9A1BF3-61B6-FF6E-1651-5975F2BFEEB3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568787" y="3554576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371F90EF-AE46-6752-48E2-DB66205D3F7B}"/>
              </a:ext>
            </a:extLst>
          </p:cNvPr>
          <p:cNvSpPr/>
          <p:nvPr/>
        </p:nvSpPr>
        <p:spPr>
          <a:xfrm>
            <a:off x="1408767" y="347744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D6AD04-9E8E-2A17-D4A8-CA1260458E46}"/>
              </a:ext>
            </a:extLst>
          </p:cNvPr>
          <p:cNvSpPr txBox="1"/>
          <p:nvPr/>
        </p:nvSpPr>
        <p:spPr>
          <a:xfrm>
            <a:off x="549576" y="3614983"/>
            <a:ext cx="796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0150952-98D4-26E5-65EA-53B05BA32A7E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1563488" y="3627885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47C213DA-C7DD-5EC2-2762-56B654001BE5}"/>
              </a:ext>
            </a:extLst>
          </p:cNvPr>
          <p:cNvSpPr/>
          <p:nvPr/>
        </p:nvSpPr>
        <p:spPr>
          <a:xfrm>
            <a:off x="1403468" y="370476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274DC4-1952-1E15-AD78-5D42B7119CFF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1563488" y="3627885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2D3776A-7514-AE0A-758F-8FE9EBA79120}"/>
              </a:ext>
            </a:extLst>
          </p:cNvPr>
          <p:cNvSpPr/>
          <p:nvPr/>
        </p:nvSpPr>
        <p:spPr>
          <a:xfrm>
            <a:off x="1403468" y="397090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2336B9-72ED-6947-454E-5D8D1512DFB9}"/>
              </a:ext>
            </a:extLst>
          </p:cNvPr>
          <p:cNvSpPr txBox="1"/>
          <p:nvPr/>
        </p:nvSpPr>
        <p:spPr>
          <a:xfrm>
            <a:off x="560980" y="3875416"/>
            <a:ext cx="78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85E09C-370E-A2B0-F296-D3B6C1EC4DBD}"/>
              </a:ext>
            </a:extLst>
          </p:cNvPr>
          <p:cNvSpPr txBox="1"/>
          <p:nvPr/>
        </p:nvSpPr>
        <p:spPr>
          <a:xfrm>
            <a:off x="5429326" y="3157315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5758967-4E98-A8B9-9AA3-F0CCF7CD4F2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5888310" y="3679706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871218F-842E-46CA-5589-30AE36AE8D55}"/>
              </a:ext>
            </a:extLst>
          </p:cNvPr>
          <p:cNvSpPr/>
          <p:nvPr/>
        </p:nvSpPr>
        <p:spPr>
          <a:xfrm>
            <a:off x="5808300" y="3525442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53B8974-CA35-9F58-675E-B78F57CD9F8A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6187818" y="3641140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4C90657D-3FB1-94AF-521E-4575B9D63726}"/>
              </a:ext>
            </a:extLst>
          </p:cNvPr>
          <p:cNvSpPr/>
          <p:nvPr/>
        </p:nvSpPr>
        <p:spPr>
          <a:xfrm>
            <a:off x="6187818" y="348687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ACA389-C65C-487C-79D2-CF399E70D5B2}"/>
              </a:ext>
            </a:extLst>
          </p:cNvPr>
          <p:cNvSpPr txBox="1"/>
          <p:nvPr/>
        </p:nvSpPr>
        <p:spPr>
          <a:xfrm>
            <a:off x="5960828" y="315611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data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5707478" y="3906498"/>
            <a:ext cx="1078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E97953A-203E-9748-95E5-F3ED816B63E9}"/>
              </a:ext>
            </a:extLst>
          </p:cNvPr>
          <p:cNvSpPr txBox="1"/>
          <p:nvPr/>
        </p:nvSpPr>
        <p:spPr>
          <a:xfrm>
            <a:off x="2023731" y="5747206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Técnico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63A3E0B-EEEA-77DE-47E7-F3D7E9C878A1}"/>
              </a:ext>
            </a:extLst>
          </p:cNvPr>
          <p:cNvSpPr txBox="1"/>
          <p:nvPr/>
        </p:nvSpPr>
        <p:spPr>
          <a:xfrm>
            <a:off x="1142219" y="5671196"/>
            <a:ext cx="533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D8465F4B-799B-ED90-6F65-C0080CAB3BB4}"/>
              </a:ext>
            </a:extLst>
          </p:cNvPr>
          <p:cNvCxnSpPr>
            <a:cxnSpLocks/>
            <a:stCxn id="27" idx="6"/>
            <a:endCxn id="22" idx="1"/>
          </p:cNvCxnSpPr>
          <p:nvPr/>
        </p:nvCxnSpPr>
        <p:spPr>
          <a:xfrm>
            <a:off x="1805082" y="5858563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id="{AD214BDA-72AE-598E-5D2D-F13FB7D28870}"/>
              </a:ext>
            </a:extLst>
          </p:cNvPr>
          <p:cNvSpPr/>
          <p:nvPr/>
        </p:nvSpPr>
        <p:spPr>
          <a:xfrm>
            <a:off x="1645062" y="5781431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72E11F2-B4BE-904A-7760-C05DED38328C}"/>
              </a:ext>
            </a:extLst>
          </p:cNvPr>
          <p:cNvSpPr txBox="1"/>
          <p:nvPr/>
        </p:nvSpPr>
        <p:spPr>
          <a:xfrm>
            <a:off x="907216" y="5912545"/>
            <a:ext cx="750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DBCD1DCA-8EAB-13CB-DB70-A07798D6BF42}"/>
              </a:ext>
            </a:extLst>
          </p:cNvPr>
          <p:cNvCxnSpPr>
            <a:cxnSpLocks/>
            <a:stCxn id="30" idx="6"/>
            <a:endCxn id="22" idx="1"/>
          </p:cNvCxnSpPr>
          <p:nvPr/>
        </p:nvCxnSpPr>
        <p:spPr>
          <a:xfrm flipV="1">
            <a:off x="1799783" y="5931872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191F8ECD-EBD9-12F4-8DF5-C3C51E5EC5A8}"/>
              </a:ext>
            </a:extLst>
          </p:cNvPr>
          <p:cNvSpPr/>
          <p:nvPr/>
        </p:nvSpPr>
        <p:spPr>
          <a:xfrm>
            <a:off x="1639763" y="60087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04A97DD-EEEB-3FC5-CF06-1E9C2C6CB73C}"/>
              </a:ext>
            </a:extLst>
          </p:cNvPr>
          <p:cNvCxnSpPr>
            <a:cxnSpLocks/>
            <a:stCxn id="32" idx="6"/>
            <a:endCxn id="22" idx="1"/>
          </p:cNvCxnSpPr>
          <p:nvPr/>
        </p:nvCxnSpPr>
        <p:spPr>
          <a:xfrm flipV="1">
            <a:off x="1799783" y="5931872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7A1D860B-04E0-BA3F-6E1D-B7F2CFCDA366}"/>
              </a:ext>
            </a:extLst>
          </p:cNvPr>
          <p:cNvSpPr/>
          <p:nvPr/>
        </p:nvSpPr>
        <p:spPr>
          <a:xfrm>
            <a:off x="1639763" y="627489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B4EC06A-984C-8BA6-851F-0D15062A7538}"/>
              </a:ext>
            </a:extLst>
          </p:cNvPr>
          <p:cNvSpPr txBox="1"/>
          <p:nvPr/>
        </p:nvSpPr>
        <p:spPr>
          <a:xfrm>
            <a:off x="1142219" y="6179403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4ED856E-D911-CCAB-E961-D588E4F2D1FC}"/>
              </a:ext>
            </a:extLst>
          </p:cNvPr>
          <p:cNvSpPr txBox="1"/>
          <p:nvPr/>
        </p:nvSpPr>
        <p:spPr>
          <a:xfrm>
            <a:off x="9356485" y="3448491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Mão-de-obra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A9DD7E-BCEA-924E-AA60-98901841063F}"/>
              </a:ext>
            </a:extLst>
          </p:cNvPr>
          <p:cNvSpPr txBox="1"/>
          <p:nvPr/>
        </p:nvSpPr>
        <p:spPr>
          <a:xfrm>
            <a:off x="11244781" y="3145232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numero</a:t>
            </a:r>
          </a:p>
        </p:txBody>
      </p: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BA16FED3-5AF1-D7AC-05C6-8D600396689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10788532" y="3386782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05671903-F57D-1306-AC22-2A2C331ED6CE}"/>
              </a:ext>
            </a:extLst>
          </p:cNvPr>
          <p:cNvSpPr/>
          <p:nvPr/>
        </p:nvSpPr>
        <p:spPr>
          <a:xfrm>
            <a:off x="11100117" y="328408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CFBF1B4-B235-8617-93D1-019E4A46DF0D}"/>
              </a:ext>
            </a:extLst>
          </p:cNvPr>
          <p:cNvSpPr txBox="1"/>
          <p:nvPr/>
        </p:nvSpPr>
        <p:spPr>
          <a:xfrm>
            <a:off x="11266242" y="3392526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3F5F96A3-7E34-0811-5EB4-D8F190C3F9D4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0788532" y="3633157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ipse 52">
            <a:extLst>
              <a:ext uri="{FF2B5EF4-FFF2-40B4-BE49-F238E27FC236}">
                <a16:creationId xmlns:a16="http://schemas.microsoft.com/office/drawing/2014/main" id="{EEC5BC2B-E663-993B-D8B6-6A7213723C2E}"/>
              </a:ext>
            </a:extLst>
          </p:cNvPr>
          <p:cNvSpPr/>
          <p:nvPr/>
        </p:nvSpPr>
        <p:spPr>
          <a:xfrm>
            <a:off x="11094818" y="351139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02EABB87-843A-372E-FEB1-D35B57D3B36B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0788532" y="3633157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>
            <a:extLst>
              <a:ext uri="{FF2B5EF4-FFF2-40B4-BE49-F238E27FC236}">
                <a16:creationId xmlns:a16="http://schemas.microsoft.com/office/drawing/2014/main" id="{7931AA7A-2521-9A8C-4C41-11EB6FF29EC8}"/>
              </a:ext>
            </a:extLst>
          </p:cNvPr>
          <p:cNvSpPr/>
          <p:nvPr/>
        </p:nvSpPr>
        <p:spPr>
          <a:xfrm>
            <a:off x="11094818" y="3777542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7F80D61-A6EA-C797-04B9-A78A25CE7C12}"/>
              </a:ext>
            </a:extLst>
          </p:cNvPr>
          <p:cNvSpPr txBox="1"/>
          <p:nvPr/>
        </p:nvSpPr>
        <p:spPr>
          <a:xfrm>
            <a:off x="9701209" y="5606658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Cliente</a:t>
            </a: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6DDD1426-9E36-B547-B59A-6E44CFAC5F57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10779869" y="5544949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ipse 76">
            <a:extLst>
              <a:ext uri="{FF2B5EF4-FFF2-40B4-BE49-F238E27FC236}">
                <a16:creationId xmlns:a16="http://schemas.microsoft.com/office/drawing/2014/main" id="{41734682-9ADF-C8FD-DD28-D9CB09CF2BF7}"/>
              </a:ext>
            </a:extLst>
          </p:cNvPr>
          <p:cNvSpPr/>
          <p:nvPr/>
        </p:nvSpPr>
        <p:spPr>
          <a:xfrm>
            <a:off x="11091454" y="544224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C02FFB46-8961-580C-6AC7-A049794EBF43}"/>
              </a:ext>
            </a:extLst>
          </p:cNvPr>
          <p:cNvSpPr txBox="1"/>
          <p:nvPr/>
        </p:nvSpPr>
        <p:spPr>
          <a:xfrm>
            <a:off x="11246175" y="5262226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id</a:t>
            </a:r>
          </a:p>
        </p:txBody>
      </p: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2BF45390-0AA3-52E5-D737-5272B8159E4F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>
            <a:extLst>
              <a:ext uri="{FF2B5EF4-FFF2-40B4-BE49-F238E27FC236}">
                <a16:creationId xmlns:a16="http://schemas.microsoft.com/office/drawing/2014/main" id="{BE61C77D-28A5-A892-AA36-3AD50E57E92E}"/>
              </a:ext>
            </a:extLst>
          </p:cNvPr>
          <p:cNvSpPr/>
          <p:nvPr/>
        </p:nvSpPr>
        <p:spPr>
          <a:xfrm>
            <a:off x="11086155" y="56695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227C07F6-27BE-3073-D3E5-21094C8B31DA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>
            <a:extLst>
              <a:ext uri="{FF2B5EF4-FFF2-40B4-BE49-F238E27FC236}">
                <a16:creationId xmlns:a16="http://schemas.microsoft.com/office/drawing/2014/main" id="{EBBE8C39-843F-63EE-F661-051B24333E42}"/>
              </a:ext>
            </a:extLst>
          </p:cNvPr>
          <p:cNvSpPr/>
          <p:nvPr/>
        </p:nvSpPr>
        <p:spPr>
          <a:xfrm>
            <a:off x="11086155" y="5935709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26C1CB4-FDEB-A391-6D3B-E192D006EEAC}"/>
              </a:ext>
            </a:extLst>
          </p:cNvPr>
          <p:cNvSpPr txBox="1"/>
          <p:nvPr/>
        </p:nvSpPr>
        <p:spPr>
          <a:xfrm>
            <a:off x="11287717" y="5559323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8213E53-BC77-4797-4295-F3D79E9014B8}"/>
              </a:ext>
            </a:extLst>
          </p:cNvPr>
          <p:cNvSpPr txBox="1"/>
          <p:nvPr/>
        </p:nvSpPr>
        <p:spPr>
          <a:xfrm>
            <a:off x="5667496" y="5986137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Equipamento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5B04E3-38D6-4AFB-49DF-B87E375A3DBE}"/>
              </a:ext>
            </a:extLst>
          </p:cNvPr>
          <p:cNvSpPr txBox="1"/>
          <p:nvPr/>
        </p:nvSpPr>
        <p:spPr>
          <a:xfrm>
            <a:off x="11284784" y="5856420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end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7C5B1B-8253-E6E6-6815-787C547F0A49}"/>
              </a:ext>
            </a:extLst>
          </p:cNvPr>
          <p:cNvSpPr txBox="1"/>
          <p:nvPr/>
        </p:nvSpPr>
        <p:spPr>
          <a:xfrm>
            <a:off x="11284784" y="6160292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8D491E7-3FEB-2C85-8E48-024343C7D05C}"/>
              </a:ext>
            </a:extLst>
          </p:cNvPr>
          <p:cNvCxnSpPr>
            <a:cxnSpLocks/>
            <a:stCxn id="75" idx="3"/>
            <a:endCxn id="18" idx="1"/>
          </p:cNvCxnSpPr>
          <p:nvPr/>
        </p:nvCxnSpPr>
        <p:spPr>
          <a:xfrm>
            <a:off x="10779869" y="5791324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71EE79BF-2D2D-5F4D-93F9-EF3756E25564}"/>
              </a:ext>
            </a:extLst>
          </p:cNvPr>
          <p:cNvSpPr/>
          <p:nvPr/>
        </p:nvSpPr>
        <p:spPr>
          <a:xfrm>
            <a:off x="11124764" y="625143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149CF17C-14B2-0EB0-52DD-4EE06ECC1B1E}"/>
              </a:ext>
            </a:extLst>
          </p:cNvPr>
          <p:cNvCxnSpPr>
            <a:cxnSpLocks/>
          </p:cNvCxnSpPr>
          <p:nvPr/>
        </p:nvCxnSpPr>
        <p:spPr>
          <a:xfrm flipV="1">
            <a:off x="7099543" y="5889381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5F8EA892-6ECA-FE92-3351-48B990AFE303}"/>
              </a:ext>
            </a:extLst>
          </p:cNvPr>
          <p:cNvSpPr/>
          <p:nvPr/>
        </p:nvSpPr>
        <p:spPr>
          <a:xfrm>
            <a:off x="7411128" y="5786679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53D27FB-0444-71D1-9039-6835FA5160B7}"/>
              </a:ext>
            </a:extLst>
          </p:cNvPr>
          <p:cNvSpPr txBox="1"/>
          <p:nvPr/>
        </p:nvSpPr>
        <p:spPr>
          <a:xfrm>
            <a:off x="7565849" y="5606658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id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689A23FB-587E-6B9C-19B7-98F08CBB59B2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6F30BEF8-CA8B-748D-1A91-DD791A9E7BB9}"/>
              </a:ext>
            </a:extLst>
          </p:cNvPr>
          <p:cNvSpPr/>
          <p:nvPr/>
        </p:nvSpPr>
        <p:spPr>
          <a:xfrm>
            <a:off x="7405829" y="601399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59D79B56-EE35-A82C-C330-51482229519B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3F95DDA3-2AFF-EAD4-2CF1-853EBCB8EE7E}"/>
              </a:ext>
            </a:extLst>
          </p:cNvPr>
          <p:cNvSpPr/>
          <p:nvPr/>
        </p:nvSpPr>
        <p:spPr>
          <a:xfrm>
            <a:off x="7405829" y="628014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4569936-B459-0282-E2EC-A2A3E849C148}"/>
              </a:ext>
            </a:extLst>
          </p:cNvPr>
          <p:cNvSpPr txBox="1"/>
          <p:nvPr/>
        </p:nvSpPr>
        <p:spPr>
          <a:xfrm>
            <a:off x="7607391" y="5903755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marca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87F9CE7-7C0F-3537-6FB3-60A76E920D52}"/>
              </a:ext>
            </a:extLst>
          </p:cNvPr>
          <p:cNvSpPr txBox="1"/>
          <p:nvPr/>
        </p:nvSpPr>
        <p:spPr>
          <a:xfrm>
            <a:off x="7604458" y="6200852"/>
            <a:ext cx="1078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modelo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7D69C5D-F3CA-93D7-B082-AC7C82529077}"/>
              </a:ext>
            </a:extLst>
          </p:cNvPr>
          <p:cNvSpPr txBox="1"/>
          <p:nvPr/>
        </p:nvSpPr>
        <p:spPr>
          <a:xfrm>
            <a:off x="7604458" y="6504724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ns</a:t>
            </a:r>
            <a:endParaRPr lang="pt-BR" dirty="0"/>
          </a:p>
        </p:txBody>
      </p: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329A9E9E-CF1F-2BE9-BF70-74164550D709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7099543" y="6135756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7223CF2B-670F-3498-04BC-E85A364DFF12}"/>
              </a:ext>
            </a:extLst>
          </p:cNvPr>
          <p:cNvSpPr/>
          <p:nvPr/>
        </p:nvSpPr>
        <p:spPr>
          <a:xfrm>
            <a:off x="7444438" y="65958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4C1510-71E5-37E3-E7AE-9CBCFA415D4C}"/>
              </a:ext>
            </a:extLst>
          </p:cNvPr>
          <p:cNvSpPr txBox="1"/>
          <p:nvPr/>
        </p:nvSpPr>
        <p:spPr>
          <a:xfrm>
            <a:off x="11266242" y="3708152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E8CBE828-B693-37C0-F7A9-63FB6C06B331}"/>
              </a:ext>
            </a:extLst>
          </p:cNvPr>
          <p:cNvSpPr/>
          <p:nvPr/>
        </p:nvSpPr>
        <p:spPr>
          <a:xfrm>
            <a:off x="5656188" y="4866064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705F8EE6-62EA-DB1C-2B4D-1A120DB481A4}"/>
              </a:ext>
            </a:extLst>
          </p:cNvPr>
          <p:cNvCxnSpPr>
            <a:stCxn id="2" idx="0"/>
            <a:endCxn id="55" idx="2"/>
          </p:cNvCxnSpPr>
          <p:nvPr/>
        </p:nvCxnSpPr>
        <p:spPr>
          <a:xfrm flipV="1">
            <a:off x="6195518" y="4275830"/>
            <a:ext cx="51290" cy="590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6B485858-5527-BA3D-253A-969D8541E210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6195518" y="5498186"/>
            <a:ext cx="47254" cy="477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B2F74FF-5156-06AE-6104-5D2D668EE445}"/>
              </a:ext>
            </a:extLst>
          </p:cNvPr>
          <p:cNvSpPr txBox="1"/>
          <p:nvPr/>
        </p:nvSpPr>
        <p:spPr>
          <a:xfrm>
            <a:off x="5714216" y="4987362"/>
            <a:ext cx="10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conserta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549CF1C-3D1C-6009-5F19-F65813AECB55}"/>
              </a:ext>
            </a:extLst>
          </p:cNvPr>
          <p:cNvSpPr txBox="1"/>
          <p:nvPr/>
        </p:nvSpPr>
        <p:spPr>
          <a:xfrm>
            <a:off x="6265281" y="5659979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EE5CE33-3CD8-019E-0A1C-CE3046F88198}"/>
              </a:ext>
            </a:extLst>
          </p:cNvPr>
          <p:cNvSpPr txBox="1"/>
          <p:nvPr/>
        </p:nvSpPr>
        <p:spPr>
          <a:xfrm>
            <a:off x="5242443" y="3693891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65" name="Losango 64">
            <a:extLst>
              <a:ext uri="{FF2B5EF4-FFF2-40B4-BE49-F238E27FC236}">
                <a16:creationId xmlns:a16="http://schemas.microsoft.com/office/drawing/2014/main" id="{9EA9C2F8-1430-F167-E9FE-F06A73A01EFE}"/>
              </a:ext>
            </a:extLst>
          </p:cNvPr>
          <p:cNvSpPr/>
          <p:nvPr/>
        </p:nvSpPr>
        <p:spPr>
          <a:xfrm>
            <a:off x="8124279" y="5050730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94638B63-AC8F-9A0D-0D32-DA3957E64D39}"/>
              </a:ext>
            </a:extLst>
          </p:cNvPr>
          <p:cNvCxnSpPr>
            <a:cxnSpLocks/>
          </p:cNvCxnSpPr>
          <p:nvPr/>
        </p:nvCxnSpPr>
        <p:spPr>
          <a:xfrm flipH="1" flipV="1">
            <a:off x="6805238" y="4293742"/>
            <a:ext cx="1572894" cy="90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04C90B4-322E-3079-79ED-8C8E0E3DFF6C}"/>
              </a:ext>
            </a:extLst>
          </p:cNvPr>
          <p:cNvCxnSpPr>
            <a:cxnSpLocks/>
            <a:stCxn id="75" idx="1"/>
          </p:cNvCxnSpPr>
          <p:nvPr/>
        </p:nvCxnSpPr>
        <p:spPr>
          <a:xfrm flipH="1" flipV="1">
            <a:off x="8936562" y="5541360"/>
            <a:ext cx="764647" cy="249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389F00B-A5B4-7429-CD02-8D06F510317E}"/>
              </a:ext>
            </a:extLst>
          </p:cNvPr>
          <p:cNvSpPr txBox="1"/>
          <p:nvPr/>
        </p:nvSpPr>
        <p:spPr>
          <a:xfrm>
            <a:off x="8182307" y="5172028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composta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595188A2-AAC6-4563-FAE4-BCDAD26814A0}"/>
              </a:ext>
            </a:extLst>
          </p:cNvPr>
          <p:cNvSpPr txBox="1"/>
          <p:nvPr/>
        </p:nvSpPr>
        <p:spPr>
          <a:xfrm>
            <a:off x="6822099" y="4360185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53C3262E-4C0F-CA03-2282-4EFA6C2A178A}"/>
              </a:ext>
            </a:extLst>
          </p:cNvPr>
          <p:cNvSpPr txBox="1"/>
          <p:nvPr/>
        </p:nvSpPr>
        <p:spPr>
          <a:xfrm>
            <a:off x="9457634" y="5347561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4F7B3EA0-E32E-9C68-F469-4461957FA2C7}"/>
              </a:ext>
            </a:extLst>
          </p:cNvPr>
          <p:cNvSpPr/>
          <p:nvPr/>
        </p:nvSpPr>
        <p:spPr>
          <a:xfrm>
            <a:off x="3650980" y="3528649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FF388E5-0F49-C37D-B749-AA5230DDD079}"/>
              </a:ext>
            </a:extLst>
          </p:cNvPr>
          <p:cNvSpPr txBox="1"/>
          <p:nvPr/>
        </p:nvSpPr>
        <p:spPr>
          <a:xfrm>
            <a:off x="3839053" y="3613530"/>
            <a:ext cx="10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utiliza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9992FCF4-A3BF-CB32-4186-FF348E60047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866096" y="3627885"/>
            <a:ext cx="784884" cy="216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AAFAD0AF-B47A-CB45-9B86-9A0369D6F60E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4729640" y="3837961"/>
            <a:ext cx="977838" cy="253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13FC8749-368C-B279-141F-708429EA6325}"/>
              </a:ext>
            </a:extLst>
          </p:cNvPr>
          <p:cNvSpPr txBox="1"/>
          <p:nvPr/>
        </p:nvSpPr>
        <p:spPr>
          <a:xfrm>
            <a:off x="2797398" y="3335428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38" name="Losango 37">
            <a:extLst>
              <a:ext uri="{FF2B5EF4-FFF2-40B4-BE49-F238E27FC236}">
                <a16:creationId xmlns:a16="http://schemas.microsoft.com/office/drawing/2014/main" id="{6FC6AE24-BF1E-7447-268C-BFD265E82068}"/>
              </a:ext>
            </a:extLst>
          </p:cNvPr>
          <p:cNvSpPr/>
          <p:nvPr/>
        </p:nvSpPr>
        <p:spPr>
          <a:xfrm>
            <a:off x="7791136" y="3395285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DDA106A-4186-211B-270B-1D440BF839C8}"/>
              </a:ext>
            </a:extLst>
          </p:cNvPr>
          <p:cNvSpPr txBox="1"/>
          <p:nvPr/>
        </p:nvSpPr>
        <p:spPr>
          <a:xfrm>
            <a:off x="7942188" y="3502143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possui</a:t>
            </a:r>
          </a:p>
        </p:txBody>
      </p: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D9876B25-DC86-8959-4027-62391BEC6514}"/>
              </a:ext>
            </a:extLst>
          </p:cNvPr>
          <p:cNvCxnSpPr>
            <a:stCxn id="55" idx="3"/>
            <a:endCxn id="38" idx="1"/>
          </p:cNvCxnSpPr>
          <p:nvPr/>
        </p:nvCxnSpPr>
        <p:spPr>
          <a:xfrm flipV="1">
            <a:off x="6786138" y="3711346"/>
            <a:ext cx="1004998" cy="379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FECAE574-A580-5739-9D23-D3E35F04E9FF}"/>
              </a:ext>
            </a:extLst>
          </p:cNvPr>
          <p:cNvCxnSpPr>
            <a:endCxn id="34" idx="1"/>
          </p:cNvCxnSpPr>
          <p:nvPr/>
        </p:nvCxnSpPr>
        <p:spPr>
          <a:xfrm flipV="1">
            <a:off x="8869796" y="3633157"/>
            <a:ext cx="486689" cy="53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5073DF34-4C45-4B3F-B3BF-E2070AF008F5}"/>
              </a:ext>
            </a:extLst>
          </p:cNvPr>
          <p:cNvSpPr txBox="1"/>
          <p:nvPr/>
        </p:nvSpPr>
        <p:spPr>
          <a:xfrm>
            <a:off x="9008467" y="3284996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67BE0C3E-41AB-DA11-D547-B2963498CB28}"/>
              </a:ext>
            </a:extLst>
          </p:cNvPr>
          <p:cNvSpPr txBox="1"/>
          <p:nvPr/>
        </p:nvSpPr>
        <p:spPr>
          <a:xfrm>
            <a:off x="6739444" y="3720594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91" name="Losango 90">
            <a:extLst>
              <a:ext uri="{FF2B5EF4-FFF2-40B4-BE49-F238E27FC236}">
                <a16:creationId xmlns:a16="http://schemas.microsoft.com/office/drawing/2014/main" id="{E370C30C-9CB9-B2DA-B733-82F0ADC891E7}"/>
              </a:ext>
            </a:extLst>
          </p:cNvPr>
          <p:cNvSpPr/>
          <p:nvPr/>
        </p:nvSpPr>
        <p:spPr>
          <a:xfrm>
            <a:off x="3572083" y="4961237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66257966-549A-D174-7440-CE149A9483F3}"/>
              </a:ext>
            </a:extLst>
          </p:cNvPr>
          <p:cNvSpPr txBox="1"/>
          <p:nvPr/>
        </p:nvSpPr>
        <p:spPr>
          <a:xfrm>
            <a:off x="3703818" y="5099389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possui</a:t>
            </a:r>
          </a:p>
        </p:txBody>
      </p: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E22D0AC7-5C35-FDDB-FFCD-FFBF0F87D5EE}"/>
              </a:ext>
            </a:extLst>
          </p:cNvPr>
          <p:cNvCxnSpPr>
            <a:cxnSpLocks/>
            <a:stCxn id="22" idx="3"/>
            <a:endCxn id="91" idx="1"/>
          </p:cNvCxnSpPr>
          <p:nvPr/>
        </p:nvCxnSpPr>
        <p:spPr>
          <a:xfrm flipV="1">
            <a:off x="3102391" y="5277298"/>
            <a:ext cx="469692" cy="654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56E8E120-1AE5-9E8F-0F29-FDAC3A0D4526}"/>
              </a:ext>
            </a:extLst>
          </p:cNvPr>
          <p:cNvSpPr txBox="1"/>
          <p:nvPr/>
        </p:nvSpPr>
        <p:spPr>
          <a:xfrm>
            <a:off x="5477804" y="4789535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101" name="Conector reto 100">
            <a:extLst>
              <a:ext uri="{FF2B5EF4-FFF2-40B4-BE49-F238E27FC236}">
                <a16:creationId xmlns:a16="http://schemas.microsoft.com/office/drawing/2014/main" id="{5D691444-17D5-65B6-6799-3A838D1C85AF}"/>
              </a:ext>
            </a:extLst>
          </p:cNvPr>
          <p:cNvCxnSpPr>
            <a:endCxn id="55" idx="1"/>
          </p:cNvCxnSpPr>
          <p:nvPr/>
        </p:nvCxnSpPr>
        <p:spPr>
          <a:xfrm flipV="1">
            <a:off x="4650743" y="4091164"/>
            <a:ext cx="1056735" cy="1171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81BFA961-1C60-2FDA-41AE-3CD782FA02C4}"/>
              </a:ext>
            </a:extLst>
          </p:cNvPr>
          <p:cNvSpPr txBox="1"/>
          <p:nvPr/>
        </p:nvSpPr>
        <p:spPr>
          <a:xfrm>
            <a:off x="3139549" y="5711588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6581EB0B-44DC-D8AC-683A-6B20CDF571B6}"/>
              </a:ext>
            </a:extLst>
          </p:cNvPr>
          <p:cNvSpPr txBox="1"/>
          <p:nvPr/>
        </p:nvSpPr>
        <p:spPr>
          <a:xfrm>
            <a:off x="5244295" y="4080884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6D0A8C5D-114D-19A0-E460-4BDDE33015E1}"/>
              </a:ext>
            </a:extLst>
          </p:cNvPr>
          <p:cNvCxnSpPr>
            <a:cxnSpLocks/>
            <a:stCxn id="105" idx="4"/>
          </p:cNvCxnSpPr>
          <p:nvPr/>
        </p:nvCxnSpPr>
        <p:spPr>
          <a:xfrm flipH="1">
            <a:off x="4171213" y="3244470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Elipse 104">
            <a:extLst>
              <a:ext uri="{FF2B5EF4-FFF2-40B4-BE49-F238E27FC236}">
                <a16:creationId xmlns:a16="http://schemas.microsoft.com/office/drawing/2014/main" id="{DD41E81B-BB24-1009-CB17-9BB1FD154771}"/>
              </a:ext>
            </a:extLst>
          </p:cNvPr>
          <p:cNvSpPr/>
          <p:nvPr/>
        </p:nvSpPr>
        <p:spPr>
          <a:xfrm>
            <a:off x="4171213" y="309020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7CB75C62-6E26-7B03-5ED1-D82ECD79888D}"/>
              </a:ext>
            </a:extLst>
          </p:cNvPr>
          <p:cNvSpPr txBox="1"/>
          <p:nvPr/>
        </p:nvSpPr>
        <p:spPr>
          <a:xfrm>
            <a:off x="3944223" y="275944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qtde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4329E1-9B99-5575-F4D1-CB4607612B5D}"/>
              </a:ext>
            </a:extLst>
          </p:cNvPr>
          <p:cNvSpPr txBox="1"/>
          <p:nvPr/>
        </p:nvSpPr>
        <p:spPr>
          <a:xfrm>
            <a:off x="549576" y="221643"/>
            <a:ext cx="59709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Produto(</a:t>
            </a:r>
            <a:r>
              <a:rPr lang="pt-BR" sz="2400" u="sng" dirty="0" err="1"/>
              <a:t>cod_prod</a:t>
            </a:r>
            <a:r>
              <a:rPr lang="pt-BR" sz="2400" dirty="0"/>
              <a:t>, nome, valor)</a:t>
            </a:r>
          </a:p>
          <a:p>
            <a:r>
              <a:rPr lang="pt-BR" sz="2400" dirty="0" err="1"/>
              <a:t>Tecnico</a:t>
            </a:r>
            <a:r>
              <a:rPr lang="pt-BR" sz="2400" dirty="0"/>
              <a:t>(</a:t>
            </a:r>
            <a:r>
              <a:rPr lang="pt-BR" sz="2400" u="sng" dirty="0" err="1"/>
              <a:t>cod_tec</a:t>
            </a:r>
            <a:r>
              <a:rPr lang="pt-BR" sz="2400" dirty="0"/>
              <a:t>, nome, </a:t>
            </a:r>
            <a:r>
              <a:rPr lang="pt-BR" sz="2400" dirty="0" err="1"/>
              <a:t>tel</a:t>
            </a:r>
            <a:r>
              <a:rPr lang="pt-BR" sz="2400" dirty="0"/>
              <a:t>)</a:t>
            </a:r>
          </a:p>
          <a:p>
            <a:r>
              <a:rPr lang="pt-BR" sz="2400" dirty="0"/>
              <a:t>Equipamento(</a:t>
            </a:r>
            <a:r>
              <a:rPr lang="pt-BR" sz="2400" u="sng" dirty="0" err="1"/>
              <a:t>id_eq</a:t>
            </a:r>
            <a:r>
              <a:rPr lang="pt-BR" sz="2400" dirty="0"/>
              <a:t>, marca, modelo, </a:t>
            </a:r>
            <a:r>
              <a:rPr lang="pt-BR" sz="2400" dirty="0" err="1"/>
              <a:t>rs</a:t>
            </a:r>
            <a:r>
              <a:rPr lang="pt-BR" sz="2400" dirty="0"/>
              <a:t>)</a:t>
            </a:r>
          </a:p>
          <a:p>
            <a:r>
              <a:rPr lang="pt-BR" sz="2400" dirty="0" err="1"/>
              <a:t>MaoObra</a:t>
            </a:r>
            <a:r>
              <a:rPr lang="pt-BR" sz="2400" dirty="0"/>
              <a:t>(</a:t>
            </a:r>
            <a:r>
              <a:rPr lang="pt-BR" sz="2400" u="sng" dirty="0"/>
              <a:t>num</a:t>
            </a:r>
            <a:r>
              <a:rPr lang="pt-BR" sz="2400" dirty="0"/>
              <a:t>, nome, valor)</a:t>
            </a:r>
          </a:p>
          <a:p>
            <a:r>
              <a:rPr lang="pt-BR" sz="2400" dirty="0"/>
              <a:t>Cliente(</a:t>
            </a:r>
            <a:r>
              <a:rPr lang="pt-BR" sz="2400" u="sng" dirty="0" err="1"/>
              <a:t>id_cli</a:t>
            </a:r>
            <a:r>
              <a:rPr lang="pt-BR" sz="2400" dirty="0"/>
              <a:t>, nome, </a:t>
            </a:r>
            <a:r>
              <a:rPr lang="pt-BR" sz="2400" dirty="0" err="1"/>
              <a:t>end</a:t>
            </a:r>
            <a:r>
              <a:rPr lang="pt-BR" sz="2400" dirty="0"/>
              <a:t>, </a:t>
            </a:r>
            <a:r>
              <a:rPr lang="pt-BR" sz="2400" dirty="0" err="1"/>
              <a:t>tel</a:t>
            </a:r>
            <a:r>
              <a:rPr lang="pt-BR" sz="2400" dirty="0"/>
              <a:t>)</a:t>
            </a:r>
          </a:p>
          <a:p>
            <a:r>
              <a:rPr lang="pt-BR" sz="2400" dirty="0"/>
              <a:t>OS(</a:t>
            </a:r>
            <a:r>
              <a:rPr lang="pt-BR" sz="2400" u="sng" dirty="0" err="1"/>
              <a:t>num_OS</a:t>
            </a:r>
            <a:r>
              <a:rPr lang="pt-BR" sz="2400" dirty="0"/>
              <a:t>, data)</a:t>
            </a:r>
          </a:p>
        </p:txBody>
      </p:sp>
    </p:spTree>
    <p:extLst>
      <p:ext uri="{BB962C8B-B14F-4D97-AF65-F5344CB8AC3E}">
        <p14:creationId xmlns:p14="http://schemas.microsoft.com/office/powerpoint/2010/main" val="2047574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787436" y="3443219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FEEB2E-E305-0B34-A510-3BCB82284294}"/>
              </a:ext>
            </a:extLst>
          </p:cNvPr>
          <p:cNvSpPr txBox="1"/>
          <p:nvPr/>
        </p:nvSpPr>
        <p:spPr>
          <a:xfrm>
            <a:off x="560980" y="3318960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9A1BF3-61B6-FF6E-1651-5975F2BFEEB3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568787" y="3554576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371F90EF-AE46-6752-48E2-DB66205D3F7B}"/>
              </a:ext>
            </a:extLst>
          </p:cNvPr>
          <p:cNvSpPr/>
          <p:nvPr/>
        </p:nvSpPr>
        <p:spPr>
          <a:xfrm>
            <a:off x="1408767" y="347744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D6AD04-9E8E-2A17-D4A8-CA1260458E46}"/>
              </a:ext>
            </a:extLst>
          </p:cNvPr>
          <p:cNvSpPr txBox="1"/>
          <p:nvPr/>
        </p:nvSpPr>
        <p:spPr>
          <a:xfrm>
            <a:off x="549576" y="3614983"/>
            <a:ext cx="796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0150952-98D4-26E5-65EA-53B05BA32A7E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1563488" y="3627885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47C213DA-C7DD-5EC2-2762-56B654001BE5}"/>
              </a:ext>
            </a:extLst>
          </p:cNvPr>
          <p:cNvSpPr/>
          <p:nvPr/>
        </p:nvSpPr>
        <p:spPr>
          <a:xfrm>
            <a:off x="1403468" y="370476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274DC4-1952-1E15-AD78-5D42B7119CFF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1563488" y="3627885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2D3776A-7514-AE0A-758F-8FE9EBA79120}"/>
              </a:ext>
            </a:extLst>
          </p:cNvPr>
          <p:cNvSpPr/>
          <p:nvPr/>
        </p:nvSpPr>
        <p:spPr>
          <a:xfrm>
            <a:off x="1403468" y="397090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2336B9-72ED-6947-454E-5D8D1512DFB9}"/>
              </a:ext>
            </a:extLst>
          </p:cNvPr>
          <p:cNvSpPr txBox="1"/>
          <p:nvPr/>
        </p:nvSpPr>
        <p:spPr>
          <a:xfrm>
            <a:off x="560980" y="3875416"/>
            <a:ext cx="78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85E09C-370E-A2B0-F296-D3B6C1EC4DBD}"/>
              </a:ext>
            </a:extLst>
          </p:cNvPr>
          <p:cNvSpPr txBox="1"/>
          <p:nvPr/>
        </p:nvSpPr>
        <p:spPr>
          <a:xfrm>
            <a:off x="5429326" y="3157315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5758967-4E98-A8B9-9AA3-F0CCF7CD4F2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5888310" y="3679706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871218F-842E-46CA-5589-30AE36AE8D55}"/>
              </a:ext>
            </a:extLst>
          </p:cNvPr>
          <p:cNvSpPr/>
          <p:nvPr/>
        </p:nvSpPr>
        <p:spPr>
          <a:xfrm>
            <a:off x="5808300" y="3525442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53B8974-CA35-9F58-675E-B78F57CD9F8A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6187818" y="3641140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4C90657D-3FB1-94AF-521E-4575B9D63726}"/>
              </a:ext>
            </a:extLst>
          </p:cNvPr>
          <p:cNvSpPr/>
          <p:nvPr/>
        </p:nvSpPr>
        <p:spPr>
          <a:xfrm>
            <a:off x="6187818" y="348687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ACA389-C65C-487C-79D2-CF399E70D5B2}"/>
              </a:ext>
            </a:extLst>
          </p:cNvPr>
          <p:cNvSpPr txBox="1"/>
          <p:nvPr/>
        </p:nvSpPr>
        <p:spPr>
          <a:xfrm>
            <a:off x="5960828" y="315611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data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5707478" y="3906498"/>
            <a:ext cx="1078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E97953A-203E-9748-95E5-F3ED816B63E9}"/>
              </a:ext>
            </a:extLst>
          </p:cNvPr>
          <p:cNvSpPr txBox="1"/>
          <p:nvPr/>
        </p:nvSpPr>
        <p:spPr>
          <a:xfrm>
            <a:off x="2023731" y="5747206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Técnico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63A3E0B-EEEA-77DE-47E7-F3D7E9C878A1}"/>
              </a:ext>
            </a:extLst>
          </p:cNvPr>
          <p:cNvSpPr txBox="1"/>
          <p:nvPr/>
        </p:nvSpPr>
        <p:spPr>
          <a:xfrm>
            <a:off x="1142219" y="5671196"/>
            <a:ext cx="533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D8465F4B-799B-ED90-6F65-C0080CAB3BB4}"/>
              </a:ext>
            </a:extLst>
          </p:cNvPr>
          <p:cNvCxnSpPr>
            <a:cxnSpLocks/>
            <a:stCxn id="27" idx="6"/>
            <a:endCxn id="22" idx="1"/>
          </p:cNvCxnSpPr>
          <p:nvPr/>
        </p:nvCxnSpPr>
        <p:spPr>
          <a:xfrm>
            <a:off x="1805082" y="5858563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id="{AD214BDA-72AE-598E-5D2D-F13FB7D28870}"/>
              </a:ext>
            </a:extLst>
          </p:cNvPr>
          <p:cNvSpPr/>
          <p:nvPr/>
        </p:nvSpPr>
        <p:spPr>
          <a:xfrm>
            <a:off x="1645062" y="5781431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72E11F2-B4BE-904A-7760-C05DED38328C}"/>
              </a:ext>
            </a:extLst>
          </p:cNvPr>
          <p:cNvSpPr txBox="1"/>
          <p:nvPr/>
        </p:nvSpPr>
        <p:spPr>
          <a:xfrm>
            <a:off x="907216" y="5912545"/>
            <a:ext cx="750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DBCD1DCA-8EAB-13CB-DB70-A07798D6BF42}"/>
              </a:ext>
            </a:extLst>
          </p:cNvPr>
          <p:cNvCxnSpPr>
            <a:cxnSpLocks/>
            <a:stCxn id="30" idx="6"/>
            <a:endCxn id="22" idx="1"/>
          </p:cNvCxnSpPr>
          <p:nvPr/>
        </p:nvCxnSpPr>
        <p:spPr>
          <a:xfrm flipV="1">
            <a:off x="1799783" y="5931872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191F8ECD-EBD9-12F4-8DF5-C3C51E5EC5A8}"/>
              </a:ext>
            </a:extLst>
          </p:cNvPr>
          <p:cNvSpPr/>
          <p:nvPr/>
        </p:nvSpPr>
        <p:spPr>
          <a:xfrm>
            <a:off x="1639763" y="60087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04A97DD-EEEB-3FC5-CF06-1E9C2C6CB73C}"/>
              </a:ext>
            </a:extLst>
          </p:cNvPr>
          <p:cNvCxnSpPr>
            <a:cxnSpLocks/>
            <a:stCxn id="32" idx="6"/>
            <a:endCxn id="22" idx="1"/>
          </p:cNvCxnSpPr>
          <p:nvPr/>
        </p:nvCxnSpPr>
        <p:spPr>
          <a:xfrm flipV="1">
            <a:off x="1799783" y="5931872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7A1D860B-04E0-BA3F-6E1D-B7F2CFCDA366}"/>
              </a:ext>
            </a:extLst>
          </p:cNvPr>
          <p:cNvSpPr/>
          <p:nvPr/>
        </p:nvSpPr>
        <p:spPr>
          <a:xfrm>
            <a:off x="1639763" y="627489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B4EC06A-984C-8BA6-851F-0D15062A7538}"/>
              </a:ext>
            </a:extLst>
          </p:cNvPr>
          <p:cNvSpPr txBox="1"/>
          <p:nvPr/>
        </p:nvSpPr>
        <p:spPr>
          <a:xfrm>
            <a:off x="1142219" y="6179403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4ED856E-D911-CCAB-E961-D588E4F2D1FC}"/>
              </a:ext>
            </a:extLst>
          </p:cNvPr>
          <p:cNvSpPr txBox="1"/>
          <p:nvPr/>
        </p:nvSpPr>
        <p:spPr>
          <a:xfrm>
            <a:off x="9356485" y="3448491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Mão-de-obra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A9DD7E-BCEA-924E-AA60-98901841063F}"/>
              </a:ext>
            </a:extLst>
          </p:cNvPr>
          <p:cNvSpPr txBox="1"/>
          <p:nvPr/>
        </p:nvSpPr>
        <p:spPr>
          <a:xfrm>
            <a:off x="11244781" y="3145232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numero</a:t>
            </a:r>
          </a:p>
        </p:txBody>
      </p: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BA16FED3-5AF1-D7AC-05C6-8D600396689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10788532" y="3386782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05671903-F57D-1306-AC22-2A2C331ED6CE}"/>
              </a:ext>
            </a:extLst>
          </p:cNvPr>
          <p:cNvSpPr/>
          <p:nvPr/>
        </p:nvSpPr>
        <p:spPr>
          <a:xfrm>
            <a:off x="11100117" y="328408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CFBF1B4-B235-8617-93D1-019E4A46DF0D}"/>
              </a:ext>
            </a:extLst>
          </p:cNvPr>
          <p:cNvSpPr txBox="1"/>
          <p:nvPr/>
        </p:nvSpPr>
        <p:spPr>
          <a:xfrm>
            <a:off x="11266242" y="3392526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3F5F96A3-7E34-0811-5EB4-D8F190C3F9D4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0788532" y="3633157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ipse 52">
            <a:extLst>
              <a:ext uri="{FF2B5EF4-FFF2-40B4-BE49-F238E27FC236}">
                <a16:creationId xmlns:a16="http://schemas.microsoft.com/office/drawing/2014/main" id="{EEC5BC2B-E663-993B-D8B6-6A7213723C2E}"/>
              </a:ext>
            </a:extLst>
          </p:cNvPr>
          <p:cNvSpPr/>
          <p:nvPr/>
        </p:nvSpPr>
        <p:spPr>
          <a:xfrm>
            <a:off x="11094818" y="351139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02EABB87-843A-372E-FEB1-D35B57D3B36B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0788532" y="3633157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>
            <a:extLst>
              <a:ext uri="{FF2B5EF4-FFF2-40B4-BE49-F238E27FC236}">
                <a16:creationId xmlns:a16="http://schemas.microsoft.com/office/drawing/2014/main" id="{7931AA7A-2521-9A8C-4C41-11EB6FF29EC8}"/>
              </a:ext>
            </a:extLst>
          </p:cNvPr>
          <p:cNvSpPr/>
          <p:nvPr/>
        </p:nvSpPr>
        <p:spPr>
          <a:xfrm>
            <a:off x="11094818" y="3777542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7F80D61-A6EA-C797-04B9-A78A25CE7C12}"/>
              </a:ext>
            </a:extLst>
          </p:cNvPr>
          <p:cNvSpPr txBox="1"/>
          <p:nvPr/>
        </p:nvSpPr>
        <p:spPr>
          <a:xfrm>
            <a:off x="9701209" y="5606658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Cliente</a:t>
            </a: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6DDD1426-9E36-B547-B59A-6E44CFAC5F57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10779869" y="5544949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ipse 76">
            <a:extLst>
              <a:ext uri="{FF2B5EF4-FFF2-40B4-BE49-F238E27FC236}">
                <a16:creationId xmlns:a16="http://schemas.microsoft.com/office/drawing/2014/main" id="{41734682-9ADF-C8FD-DD28-D9CB09CF2BF7}"/>
              </a:ext>
            </a:extLst>
          </p:cNvPr>
          <p:cNvSpPr/>
          <p:nvPr/>
        </p:nvSpPr>
        <p:spPr>
          <a:xfrm>
            <a:off x="11091454" y="544224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C02FFB46-8961-580C-6AC7-A049794EBF43}"/>
              </a:ext>
            </a:extLst>
          </p:cNvPr>
          <p:cNvSpPr txBox="1"/>
          <p:nvPr/>
        </p:nvSpPr>
        <p:spPr>
          <a:xfrm>
            <a:off x="11246175" y="5262226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id</a:t>
            </a:r>
          </a:p>
        </p:txBody>
      </p: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2BF45390-0AA3-52E5-D737-5272B8159E4F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>
            <a:extLst>
              <a:ext uri="{FF2B5EF4-FFF2-40B4-BE49-F238E27FC236}">
                <a16:creationId xmlns:a16="http://schemas.microsoft.com/office/drawing/2014/main" id="{BE61C77D-28A5-A892-AA36-3AD50E57E92E}"/>
              </a:ext>
            </a:extLst>
          </p:cNvPr>
          <p:cNvSpPr/>
          <p:nvPr/>
        </p:nvSpPr>
        <p:spPr>
          <a:xfrm>
            <a:off x="11086155" y="56695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227C07F6-27BE-3073-D3E5-21094C8B31DA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>
            <a:extLst>
              <a:ext uri="{FF2B5EF4-FFF2-40B4-BE49-F238E27FC236}">
                <a16:creationId xmlns:a16="http://schemas.microsoft.com/office/drawing/2014/main" id="{EBBE8C39-843F-63EE-F661-051B24333E42}"/>
              </a:ext>
            </a:extLst>
          </p:cNvPr>
          <p:cNvSpPr/>
          <p:nvPr/>
        </p:nvSpPr>
        <p:spPr>
          <a:xfrm>
            <a:off x="11086155" y="5935709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26C1CB4-FDEB-A391-6D3B-E192D006EEAC}"/>
              </a:ext>
            </a:extLst>
          </p:cNvPr>
          <p:cNvSpPr txBox="1"/>
          <p:nvPr/>
        </p:nvSpPr>
        <p:spPr>
          <a:xfrm>
            <a:off x="11287717" y="5559323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8213E53-BC77-4797-4295-F3D79E9014B8}"/>
              </a:ext>
            </a:extLst>
          </p:cNvPr>
          <p:cNvSpPr txBox="1"/>
          <p:nvPr/>
        </p:nvSpPr>
        <p:spPr>
          <a:xfrm>
            <a:off x="5667496" y="5986137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Equipamento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5B04E3-38D6-4AFB-49DF-B87E375A3DBE}"/>
              </a:ext>
            </a:extLst>
          </p:cNvPr>
          <p:cNvSpPr txBox="1"/>
          <p:nvPr/>
        </p:nvSpPr>
        <p:spPr>
          <a:xfrm>
            <a:off x="11284784" y="5856420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end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7C5B1B-8253-E6E6-6815-787C547F0A49}"/>
              </a:ext>
            </a:extLst>
          </p:cNvPr>
          <p:cNvSpPr txBox="1"/>
          <p:nvPr/>
        </p:nvSpPr>
        <p:spPr>
          <a:xfrm>
            <a:off x="11284784" y="6160292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8D491E7-3FEB-2C85-8E48-024343C7D05C}"/>
              </a:ext>
            </a:extLst>
          </p:cNvPr>
          <p:cNvCxnSpPr>
            <a:cxnSpLocks/>
            <a:stCxn id="75" idx="3"/>
            <a:endCxn id="18" idx="1"/>
          </p:cNvCxnSpPr>
          <p:nvPr/>
        </p:nvCxnSpPr>
        <p:spPr>
          <a:xfrm>
            <a:off x="10779869" y="5791324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71EE79BF-2D2D-5F4D-93F9-EF3756E25564}"/>
              </a:ext>
            </a:extLst>
          </p:cNvPr>
          <p:cNvSpPr/>
          <p:nvPr/>
        </p:nvSpPr>
        <p:spPr>
          <a:xfrm>
            <a:off x="11124764" y="625143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149CF17C-14B2-0EB0-52DD-4EE06ECC1B1E}"/>
              </a:ext>
            </a:extLst>
          </p:cNvPr>
          <p:cNvCxnSpPr>
            <a:cxnSpLocks/>
          </p:cNvCxnSpPr>
          <p:nvPr/>
        </p:nvCxnSpPr>
        <p:spPr>
          <a:xfrm flipV="1">
            <a:off x="7099543" y="5889381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5F8EA892-6ECA-FE92-3351-48B990AFE303}"/>
              </a:ext>
            </a:extLst>
          </p:cNvPr>
          <p:cNvSpPr/>
          <p:nvPr/>
        </p:nvSpPr>
        <p:spPr>
          <a:xfrm>
            <a:off x="7411128" y="5786679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53D27FB-0444-71D1-9039-6835FA5160B7}"/>
              </a:ext>
            </a:extLst>
          </p:cNvPr>
          <p:cNvSpPr txBox="1"/>
          <p:nvPr/>
        </p:nvSpPr>
        <p:spPr>
          <a:xfrm>
            <a:off x="7565849" y="5606658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id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689A23FB-587E-6B9C-19B7-98F08CBB59B2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6F30BEF8-CA8B-748D-1A91-DD791A9E7BB9}"/>
              </a:ext>
            </a:extLst>
          </p:cNvPr>
          <p:cNvSpPr/>
          <p:nvPr/>
        </p:nvSpPr>
        <p:spPr>
          <a:xfrm>
            <a:off x="7405829" y="601399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59D79B56-EE35-A82C-C330-51482229519B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3F95DDA3-2AFF-EAD4-2CF1-853EBCB8EE7E}"/>
              </a:ext>
            </a:extLst>
          </p:cNvPr>
          <p:cNvSpPr/>
          <p:nvPr/>
        </p:nvSpPr>
        <p:spPr>
          <a:xfrm>
            <a:off x="7405829" y="628014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4569936-B459-0282-E2EC-A2A3E849C148}"/>
              </a:ext>
            </a:extLst>
          </p:cNvPr>
          <p:cNvSpPr txBox="1"/>
          <p:nvPr/>
        </p:nvSpPr>
        <p:spPr>
          <a:xfrm>
            <a:off x="7607391" y="5903755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marca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87F9CE7-7C0F-3537-6FB3-60A76E920D52}"/>
              </a:ext>
            </a:extLst>
          </p:cNvPr>
          <p:cNvSpPr txBox="1"/>
          <p:nvPr/>
        </p:nvSpPr>
        <p:spPr>
          <a:xfrm>
            <a:off x="7604458" y="6200852"/>
            <a:ext cx="1078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modelo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7D69C5D-F3CA-93D7-B082-AC7C82529077}"/>
              </a:ext>
            </a:extLst>
          </p:cNvPr>
          <p:cNvSpPr txBox="1"/>
          <p:nvPr/>
        </p:nvSpPr>
        <p:spPr>
          <a:xfrm>
            <a:off x="7604458" y="6504724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ns</a:t>
            </a:r>
            <a:endParaRPr lang="pt-BR" dirty="0"/>
          </a:p>
        </p:txBody>
      </p: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329A9E9E-CF1F-2BE9-BF70-74164550D709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7099543" y="6135756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7223CF2B-670F-3498-04BC-E85A364DFF12}"/>
              </a:ext>
            </a:extLst>
          </p:cNvPr>
          <p:cNvSpPr/>
          <p:nvPr/>
        </p:nvSpPr>
        <p:spPr>
          <a:xfrm>
            <a:off x="7444438" y="65958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4C1510-71E5-37E3-E7AE-9CBCFA415D4C}"/>
              </a:ext>
            </a:extLst>
          </p:cNvPr>
          <p:cNvSpPr txBox="1"/>
          <p:nvPr/>
        </p:nvSpPr>
        <p:spPr>
          <a:xfrm>
            <a:off x="11266242" y="3708152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E8CBE828-B693-37C0-F7A9-63FB6C06B331}"/>
              </a:ext>
            </a:extLst>
          </p:cNvPr>
          <p:cNvSpPr/>
          <p:nvPr/>
        </p:nvSpPr>
        <p:spPr>
          <a:xfrm>
            <a:off x="5656188" y="4866064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705F8EE6-62EA-DB1C-2B4D-1A120DB481A4}"/>
              </a:ext>
            </a:extLst>
          </p:cNvPr>
          <p:cNvCxnSpPr>
            <a:stCxn id="2" idx="0"/>
            <a:endCxn id="55" idx="2"/>
          </p:cNvCxnSpPr>
          <p:nvPr/>
        </p:nvCxnSpPr>
        <p:spPr>
          <a:xfrm flipV="1">
            <a:off x="6195518" y="4275830"/>
            <a:ext cx="51290" cy="590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6B485858-5527-BA3D-253A-969D8541E210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6195518" y="5498186"/>
            <a:ext cx="47254" cy="477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B2F74FF-5156-06AE-6104-5D2D668EE445}"/>
              </a:ext>
            </a:extLst>
          </p:cNvPr>
          <p:cNvSpPr txBox="1"/>
          <p:nvPr/>
        </p:nvSpPr>
        <p:spPr>
          <a:xfrm>
            <a:off x="5714216" y="4987362"/>
            <a:ext cx="10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conserta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549CF1C-3D1C-6009-5F19-F65813AECB55}"/>
              </a:ext>
            </a:extLst>
          </p:cNvPr>
          <p:cNvSpPr txBox="1"/>
          <p:nvPr/>
        </p:nvSpPr>
        <p:spPr>
          <a:xfrm>
            <a:off x="6265281" y="5659979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EE5CE33-3CD8-019E-0A1C-CE3046F88198}"/>
              </a:ext>
            </a:extLst>
          </p:cNvPr>
          <p:cNvSpPr txBox="1"/>
          <p:nvPr/>
        </p:nvSpPr>
        <p:spPr>
          <a:xfrm>
            <a:off x="5242443" y="3693891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65" name="Losango 64">
            <a:extLst>
              <a:ext uri="{FF2B5EF4-FFF2-40B4-BE49-F238E27FC236}">
                <a16:creationId xmlns:a16="http://schemas.microsoft.com/office/drawing/2014/main" id="{9EA9C2F8-1430-F167-E9FE-F06A73A01EFE}"/>
              </a:ext>
            </a:extLst>
          </p:cNvPr>
          <p:cNvSpPr/>
          <p:nvPr/>
        </p:nvSpPr>
        <p:spPr>
          <a:xfrm>
            <a:off x="8124279" y="5050730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94638B63-AC8F-9A0D-0D32-DA3957E64D39}"/>
              </a:ext>
            </a:extLst>
          </p:cNvPr>
          <p:cNvCxnSpPr>
            <a:cxnSpLocks/>
          </p:cNvCxnSpPr>
          <p:nvPr/>
        </p:nvCxnSpPr>
        <p:spPr>
          <a:xfrm flipH="1" flipV="1">
            <a:off x="6805238" y="4293742"/>
            <a:ext cx="1572894" cy="90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04C90B4-322E-3079-79ED-8C8E0E3DFF6C}"/>
              </a:ext>
            </a:extLst>
          </p:cNvPr>
          <p:cNvCxnSpPr>
            <a:cxnSpLocks/>
            <a:stCxn id="75" idx="1"/>
          </p:cNvCxnSpPr>
          <p:nvPr/>
        </p:nvCxnSpPr>
        <p:spPr>
          <a:xfrm flipH="1" flipV="1">
            <a:off x="8936562" y="5541360"/>
            <a:ext cx="764647" cy="249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389F00B-A5B4-7429-CD02-8D06F510317E}"/>
              </a:ext>
            </a:extLst>
          </p:cNvPr>
          <p:cNvSpPr txBox="1"/>
          <p:nvPr/>
        </p:nvSpPr>
        <p:spPr>
          <a:xfrm>
            <a:off x="8182307" y="5172028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composta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595188A2-AAC6-4563-FAE4-BCDAD26814A0}"/>
              </a:ext>
            </a:extLst>
          </p:cNvPr>
          <p:cNvSpPr txBox="1"/>
          <p:nvPr/>
        </p:nvSpPr>
        <p:spPr>
          <a:xfrm>
            <a:off x="6822099" y="4360185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53C3262E-4C0F-CA03-2282-4EFA6C2A178A}"/>
              </a:ext>
            </a:extLst>
          </p:cNvPr>
          <p:cNvSpPr txBox="1"/>
          <p:nvPr/>
        </p:nvSpPr>
        <p:spPr>
          <a:xfrm>
            <a:off x="9457634" y="5347561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4F7B3EA0-E32E-9C68-F469-4461957FA2C7}"/>
              </a:ext>
            </a:extLst>
          </p:cNvPr>
          <p:cNvSpPr/>
          <p:nvPr/>
        </p:nvSpPr>
        <p:spPr>
          <a:xfrm>
            <a:off x="3650980" y="3528649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FF388E5-0F49-C37D-B749-AA5230DDD079}"/>
              </a:ext>
            </a:extLst>
          </p:cNvPr>
          <p:cNvSpPr txBox="1"/>
          <p:nvPr/>
        </p:nvSpPr>
        <p:spPr>
          <a:xfrm>
            <a:off x="3839053" y="3613530"/>
            <a:ext cx="10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utiliza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9992FCF4-A3BF-CB32-4186-FF348E60047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866096" y="3627885"/>
            <a:ext cx="784884" cy="216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AAFAD0AF-B47A-CB45-9B86-9A0369D6F60E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4729640" y="3837961"/>
            <a:ext cx="977838" cy="253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13FC8749-368C-B279-141F-708429EA6325}"/>
              </a:ext>
            </a:extLst>
          </p:cNvPr>
          <p:cNvSpPr txBox="1"/>
          <p:nvPr/>
        </p:nvSpPr>
        <p:spPr>
          <a:xfrm>
            <a:off x="2797398" y="3335428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38" name="Losango 37">
            <a:extLst>
              <a:ext uri="{FF2B5EF4-FFF2-40B4-BE49-F238E27FC236}">
                <a16:creationId xmlns:a16="http://schemas.microsoft.com/office/drawing/2014/main" id="{6FC6AE24-BF1E-7447-268C-BFD265E82068}"/>
              </a:ext>
            </a:extLst>
          </p:cNvPr>
          <p:cNvSpPr/>
          <p:nvPr/>
        </p:nvSpPr>
        <p:spPr>
          <a:xfrm>
            <a:off x="7791136" y="3395285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DDA106A-4186-211B-270B-1D440BF839C8}"/>
              </a:ext>
            </a:extLst>
          </p:cNvPr>
          <p:cNvSpPr txBox="1"/>
          <p:nvPr/>
        </p:nvSpPr>
        <p:spPr>
          <a:xfrm>
            <a:off x="7942188" y="3502143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possui</a:t>
            </a:r>
          </a:p>
        </p:txBody>
      </p: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D9876B25-DC86-8959-4027-62391BEC6514}"/>
              </a:ext>
            </a:extLst>
          </p:cNvPr>
          <p:cNvCxnSpPr>
            <a:stCxn id="55" idx="3"/>
            <a:endCxn id="38" idx="1"/>
          </p:cNvCxnSpPr>
          <p:nvPr/>
        </p:nvCxnSpPr>
        <p:spPr>
          <a:xfrm flipV="1">
            <a:off x="6786138" y="3711346"/>
            <a:ext cx="1004998" cy="379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FECAE574-A580-5739-9D23-D3E35F04E9FF}"/>
              </a:ext>
            </a:extLst>
          </p:cNvPr>
          <p:cNvCxnSpPr>
            <a:endCxn id="34" idx="1"/>
          </p:cNvCxnSpPr>
          <p:nvPr/>
        </p:nvCxnSpPr>
        <p:spPr>
          <a:xfrm flipV="1">
            <a:off x="8869796" y="3633157"/>
            <a:ext cx="486689" cy="53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5073DF34-4C45-4B3F-B3BF-E2070AF008F5}"/>
              </a:ext>
            </a:extLst>
          </p:cNvPr>
          <p:cNvSpPr txBox="1"/>
          <p:nvPr/>
        </p:nvSpPr>
        <p:spPr>
          <a:xfrm>
            <a:off x="9008467" y="3284996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67BE0C3E-41AB-DA11-D547-B2963498CB28}"/>
              </a:ext>
            </a:extLst>
          </p:cNvPr>
          <p:cNvSpPr txBox="1"/>
          <p:nvPr/>
        </p:nvSpPr>
        <p:spPr>
          <a:xfrm>
            <a:off x="6739444" y="3720594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91" name="Losango 90">
            <a:extLst>
              <a:ext uri="{FF2B5EF4-FFF2-40B4-BE49-F238E27FC236}">
                <a16:creationId xmlns:a16="http://schemas.microsoft.com/office/drawing/2014/main" id="{E370C30C-9CB9-B2DA-B733-82F0ADC891E7}"/>
              </a:ext>
            </a:extLst>
          </p:cNvPr>
          <p:cNvSpPr/>
          <p:nvPr/>
        </p:nvSpPr>
        <p:spPr>
          <a:xfrm>
            <a:off x="3572083" y="4961237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66257966-549A-D174-7440-CE149A9483F3}"/>
              </a:ext>
            </a:extLst>
          </p:cNvPr>
          <p:cNvSpPr txBox="1"/>
          <p:nvPr/>
        </p:nvSpPr>
        <p:spPr>
          <a:xfrm>
            <a:off x="3703818" y="5099389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possui</a:t>
            </a:r>
          </a:p>
        </p:txBody>
      </p: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E22D0AC7-5C35-FDDB-FFCD-FFBF0F87D5EE}"/>
              </a:ext>
            </a:extLst>
          </p:cNvPr>
          <p:cNvCxnSpPr>
            <a:cxnSpLocks/>
            <a:stCxn id="22" idx="3"/>
            <a:endCxn id="91" idx="1"/>
          </p:cNvCxnSpPr>
          <p:nvPr/>
        </p:nvCxnSpPr>
        <p:spPr>
          <a:xfrm flipV="1">
            <a:off x="3102391" y="5277298"/>
            <a:ext cx="469692" cy="654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56E8E120-1AE5-9E8F-0F29-FDAC3A0D4526}"/>
              </a:ext>
            </a:extLst>
          </p:cNvPr>
          <p:cNvSpPr txBox="1"/>
          <p:nvPr/>
        </p:nvSpPr>
        <p:spPr>
          <a:xfrm>
            <a:off x="5477804" y="4789535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101" name="Conector reto 100">
            <a:extLst>
              <a:ext uri="{FF2B5EF4-FFF2-40B4-BE49-F238E27FC236}">
                <a16:creationId xmlns:a16="http://schemas.microsoft.com/office/drawing/2014/main" id="{5D691444-17D5-65B6-6799-3A838D1C85AF}"/>
              </a:ext>
            </a:extLst>
          </p:cNvPr>
          <p:cNvCxnSpPr>
            <a:endCxn id="55" idx="1"/>
          </p:cNvCxnSpPr>
          <p:nvPr/>
        </p:nvCxnSpPr>
        <p:spPr>
          <a:xfrm flipV="1">
            <a:off x="4650743" y="4091164"/>
            <a:ext cx="1056735" cy="1171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81BFA961-1C60-2FDA-41AE-3CD782FA02C4}"/>
              </a:ext>
            </a:extLst>
          </p:cNvPr>
          <p:cNvSpPr txBox="1"/>
          <p:nvPr/>
        </p:nvSpPr>
        <p:spPr>
          <a:xfrm>
            <a:off x="3139549" y="5711588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6581EB0B-44DC-D8AC-683A-6B20CDF571B6}"/>
              </a:ext>
            </a:extLst>
          </p:cNvPr>
          <p:cNvSpPr txBox="1"/>
          <p:nvPr/>
        </p:nvSpPr>
        <p:spPr>
          <a:xfrm>
            <a:off x="5244295" y="4080884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6D0A8C5D-114D-19A0-E460-4BDDE33015E1}"/>
              </a:ext>
            </a:extLst>
          </p:cNvPr>
          <p:cNvCxnSpPr>
            <a:cxnSpLocks/>
            <a:stCxn id="105" idx="4"/>
          </p:cNvCxnSpPr>
          <p:nvPr/>
        </p:nvCxnSpPr>
        <p:spPr>
          <a:xfrm flipH="1">
            <a:off x="4171213" y="3244470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Elipse 104">
            <a:extLst>
              <a:ext uri="{FF2B5EF4-FFF2-40B4-BE49-F238E27FC236}">
                <a16:creationId xmlns:a16="http://schemas.microsoft.com/office/drawing/2014/main" id="{DD41E81B-BB24-1009-CB17-9BB1FD154771}"/>
              </a:ext>
            </a:extLst>
          </p:cNvPr>
          <p:cNvSpPr/>
          <p:nvPr/>
        </p:nvSpPr>
        <p:spPr>
          <a:xfrm>
            <a:off x="4171213" y="309020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7CB75C62-6E26-7B03-5ED1-D82ECD79888D}"/>
              </a:ext>
            </a:extLst>
          </p:cNvPr>
          <p:cNvSpPr txBox="1"/>
          <p:nvPr/>
        </p:nvSpPr>
        <p:spPr>
          <a:xfrm>
            <a:off x="3944223" y="275944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qtde</a:t>
            </a:r>
            <a:endParaRPr lang="pt-BR" dirty="0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D26AB63F-3DA0-77B5-E848-5E7183AB40BA}"/>
              </a:ext>
            </a:extLst>
          </p:cNvPr>
          <p:cNvSpPr txBox="1"/>
          <p:nvPr/>
        </p:nvSpPr>
        <p:spPr>
          <a:xfrm>
            <a:off x="549576" y="221643"/>
            <a:ext cx="59709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Produto(</a:t>
            </a:r>
            <a:r>
              <a:rPr lang="pt-BR" sz="2400" u="sng" dirty="0" err="1"/>
              <a:t>cod_prod</a:t>
            </a:r>
            <a:r>
              <a:rPr lang="pt-BR" sz="2400" dirty="0"/>
              <a:t>, nome, valor)</a:t>
            </a:r>
          </a:p>
          <a:p>
            <a:r>
              <a:rPr lang="pt-BR" sz="2400" dirty="0" err="1"/>
              <a:t>Tecnico</a:t>
            </a:r>
            <a:r>
              <a:rPr lang="pt-BR" sz="2400" dirty="0"/>
              <a:t>(</a:t>
            </a:r>
            <a:r>
              <a:rPr lang="pt-BR" sz="2400" u="sng" dirty="0" err="1"/>
              <a:t>cod_tec</a:t>
            </a:r>
            <a:r>
              <a:rPr lang="pt-BR" sz="2400" dirty="0"/>
              <a:t>, nome, </a:t>
            </a:r>
            <a:r>
              <a:rPr lang="pt-BR" sz="2400" dirty="0" err="1"/>
              <a:t>tel</a:t>
            </a:r>
            <a:r>
              <a:rPr lang="pt-BR" sz="2400" dirty="0"/>
              <a:t>)</a:t>
            </a:r>
          </a:p>
          <a:p>
            <a:r>
              <a:rPr lang="pt-BR" sz="2400" dirty="0"/>
              <a:t>Equipamento(</a:t>
            </a:r>
            <a:r>
              <a:rPr lang="pt-BR" sz="2400" u="sng" dirty="0" err="1"/>
              <a:t>id_eq</a:t>
            </a:r>
            <a:r>
              <a:rPr lang="pt-BR" sz="2400" dirty="0"/>
              <a:t>, marca, modelo, </a:t>
            </a:r>
            <a:r>
              <a:rPr lang="pt-BR" sz="2400" dirty="0" err="1"/>
              <a:t>rs</a:t>
            </a:r>
            <a:r>
              <a:rPr lang="pt-BR" sz="2400" dirty="0"/>
              <a:t>)</a:t>
            </a:r>
          </a:p>
          <a:p>
            <a:r>
              <a:rPr lang="pt-BR" sz="2400" dirty="0" err="1"/>
              <a:t>MaoObra</a:t>
            </a:r>
            <a:r>
              <a:rPr lang="pt-BR" sz="2400" dirty="0"/>
              <a:t>(</a:t>
            </a:r>
            <a:r>
              <a:rPr lang="pt-BR" sz="2400" u="sng" dirty="0"/>
              <a:t>num</a:t>
            </a:r>
            <a:r>
              <a:rPr lang="pt-BR" sz="2400" dirty="0"/>
              <a:t>, nome, valor)</a:t>
            </a:r>
          </a:p>
          <a:p>
            <a:r>
              <a:rPr lang="pt-BR" sz="2400" dirty="0"/>
              <a:t>Cliente(</a:t>
            </a:r>
            <a:r>
              <a:rPr lang="pt-BR" sz="2400" u="sng" dirty="0" err="1"/>
              <a:t>id_cli</a:t>
            </a:r>
            <a:r>
              <a:rPr lang="pt-BR" sz="2400" dirty="0"/>
              <a:t>, nome, </a:t>
            </a:r>
            <a:r>
              <a:rPr lang="pt-BR" sz="2400" dirty="0" err="1"/>
              <a:t>end</a:t>
            </a:r>
            <a:r>
              <a:rPr lang="pt-BR" sz="2400" dirty="0"/>
              <a:t>, </a:t>
            </a:r>
            <a:r>
              <a:rPr lang="pt-BR" sz="2400" dirty="0" err="1"/>
              <a:t>tel</a:t>
            </a:r>
            <a:r>
              <a:rPr lang="pt-BR" sz="2400" dirty="0"/>
              <a:t>)</a:t>
            </a:r>
          </a:p>
          <a:p>
            <a:r>
              <a:rPr lang="pt-BR" sz="2400" dirty="0"/>
              <a:t>OS(</a:t>
            </a:r>
            <a:r>
              <a:rPr lang="pt-BR" sz="2400" u="sng" dirty="0" err="1"/>
              <a:t>num_OS</a:t>
            </a:r>
            <a:r>
              <a:rPr lang="pt-BR" sz="2400" dirty="0"/>
              <a:t>, data)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BE3AA101-1821-5623-462B-1AC58B25A49C}"/>
              </a:ext>
            </a:extLst>
          </p:cNvPr>
          <p:cNvSpPr txBox="1"/>
          <p:nvPr/>
        </p:nvSpPr>
        <p:spPr>
          <a:xfrm>
            <a:off x="6575698" y="221643"/>
            <a:ext cx="4572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OS_Produto</a:t>
            </a:r>
            <a:r>
              <a:rPr lang="pt-BR" sz="2400" dirty="0"/>
              <a:t> (</a:t>
            </a:r>
            <a:r>
              <a:rPr lang="pt-BR" sz="2400" u="sng" dirty="0" err="1"/>
              <a:t>cod_prod</a:t>
            </a:r>
            <a:r>
              <a:rPr lang="pt-BR" sz="2400" dirty="0"/>
              <a:t>, </a:t>
            </a:r>
            <a:r>
              <a:rPr lang="pt-BR" sz="2400" u="sng" dirty="0" err="1"/>
              <a:t>num_OS</a:t>
            </a:r>
            <a:r>
              <a:rPr lang="pt-BR" sz="2400" dirty="0"/>
              <a:t>)</a:t>
            </a:r>
          </a:p>
          <a:p>
            <a:r>
              <a:rPr lang="pt-BR" sz="2400" dirty="0" err="1"/>
              <a:t>OS_MaoObra</a:t>
            </a:r>
            <a:r>
              <a:rPr lang="pt-BR" sz="2400" dirty="0"/>
              <a:t>(</a:t>
            </a:r>
            <a:r>
              <a:rPr lang="pt-BR" sz="2400" u="sng" dirty="0" err="1"/>
              <a:t>num_OS</a:t>
            </a:r>
            <a:r>
              <a:rPr lang="pt-BR" sz="2400" dirty="0"/>
              <a:t>, </a:t>
            </a:r>
            <a:r>
              <a:rPr lang="pt-BR" sz="2400" u="sng" dirty="0"/>
              <a:t>num</a:t>
            </a:r>
            <a:r>
              <a:rPr lang="pt-B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74645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787436" y="3443219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FEEB2E-E305-0B34-A510-3BCB82284294}"/>
              </a:ext>
            </a:extLst>
          </p:cNvPr>
          <p:cNvSpPr txBox="1"/>
          <p:nvPr/>
        </p:nvSpPr>
        <p:spPr>
          <a:xfrm>
            <a:off x="560980" y="3318960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9A1BF3-61B6-FF6E-1651-5975F2BFEEB3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568787" y="3554576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371F90EF-AE46-6752-48E2-DB66205D3F7B}"/>
              </a:ext>
            </a:extLst>
          </p:cNvPr>
          <p:cNvSpPr/>
          <p:nvPr/>
        </p:nvSpPr>
        <p:spPr>
          <a:xfrm>
            <a:off x="1408767" y="3477444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D6AD04-9E8E-2A17-D4A8-CA1260458E46}"/>
              </a:ext>
            </a:extLst>
          </p:cNvPr>
          <p:cNvSpPr txBox="1"/>
          <p:nvPr/>
        </p:nvSpPr>
        <p:spPr>
          <a:xfrm>
            <a:off x="549576" y="3614983"/>
            <a:ext cx="796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0150952-98D4-26E5-65EA-53B05BA32A7E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1563488" y="3627885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47C213DA-C7DD-5EC2-2762-56B654001BE5}"/>
              </a:ext>
            </a:extLst>
          </p:cNvPr>
          <p:cNvSpPr/>
          <p:nvPr/>
        </p:nvSpPr>
        <p:spPr>
          <a:xfrm>
            <a:off x="1403468" y="3704760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274DC4-1952-1E15-AD78-5D42B7119CFF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1563488" y="3627885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2D3776A-7514-AE0A-758F-8FE9EBA79120}"/>
              </a:ext>
            </a:extLst>
          </p:cNvPr>
          <p:cNvSpPr/>
          <p:nvPr/>
        </p:nvSpPr>
        <p:spPr>
          <a:xfrm>
            <a:off x="1403468" y="397090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2336B9-72ED-6947-454E-5D8D1512DFB9}"/>
              </a:ext>
            </a:extLst>
          </p:cNvPr>
          <p:cNvSpPr txBox="1"/>
          <p:nvPr/>
        </p:nvSpPr>
        <p:spPr>
          <a:xfrm>
            <a:off x="560980" y="3875416"/>
            <a:ext cx="78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85E09C-370E-A2B0-F296-D3B6C1EC4DBD}"/>
              </a:ext>
            </a:extLst>
          </p:cNvPr>
          <p:cNvSpPr txBox="1"/>
          <p:nvPr/>
        </p:nvSpPr>
        <p:spPr>
          <a:xfrm>
            <a:off x="5429326" y="3157315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5758967-4E98-A8B9-9AA3-F0CCF7CD4F2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5888310" y="3679706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871218F-842E-46CA-5589-30AE36AE8D55}"/>
              </a:ext>
            </a:extLst>
          </p:cNvPr>
          <p:cNvSpPr/>
          <p:nvPr/>
        </p:nvSpPr>
        <p:spPr>
          <a:xfrm>
            <a:off x="5808300" y="3525442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53B8974-CA35-9F58-675E-B78F57CD9F8A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6187818" y="3641140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4C90657D-3FB1-94AF-521E-4575B9D63726}"/>
              </a:ext>
            </a:extLst>
          </p:cNvPr>
          <p:cNvSpPr/>
          <p:nvPr/>
        </p:nvSpPr>
        <p:spPr>
          <a:xfrm>
            <a:off x="6187818" y="348687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ACA389-C65C-487C-79D2-CF399E70D5B2}"/>
              </a:ext>
            </a:extLst>
          </p:cNvPr>
          <p:cNvSpPr txBox="1"/>
          <p:nvPr/>
        </p:nvSpPr>
        <p:spPr>
          <a:xfrm>
            <a:off x="5960828" y="315611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data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5707478" y="3906498"/>
            <a:ext cx="1078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E97953A-203E-9748-95E5-F3ED816B63E9}"/>
              </a:ext>
            </a:extLst>
          </p:cNvPr>
          <p:cNvSpPr txBox="1"/>
          <p:nvPr/>
        </p:nvSpPr>
        <p:spPr>
          <a:xfrm>
            <a:off x="2023731" y="5747206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Técnico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63A3E0B-EEEA-77DE-47E7-F3D7E9C878A1}"/>
              </a:ext>
            </a:extLst>
          </p:cNvPr>
          <p:cNvSpPr txBox="1"/>
          <p:nvPr/>
        </p:nvSpPr>
        <p:spPr>
          <a:xfrm>
            <a:off x="1142219" y="5671196"/>
            <a:ext cx="533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D8465F4B-799B-ED90-6F65-C0080CAB3BB4}"/>
              </a:ext>
            </a:extLst>
          </p:cNvPr>
          <p:cNvCxnSpPr>
            <a:cxnSpLocks/>
            <a:stCxn id="27" idx="6"/>
            <a:endCxn id="22" idx="1"/>
          </p:cNvCxnSpPr>
          <p:nvPr/>
        </p:nvCxnSpPr>
        <p:spPr>
          <a:xfrm>
            <a:off x="1805082" y="5858563"/>
            <a:ext cx="218649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id="{AD214BDA-72AE-598E-5D2D-F13FB7D28870}"/>
              </a:ext>
            </a:extLst>
          </p:cNvPr>
          <p:cNvSpPr/>
          <p:nvPr/>
        </p:nvSpPr>
        <p:spPr>
          <a:xfrm>
            <a:off x="1645062" y="5781431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72E11F2-B4BE-904A-7760-C05DED38328C}"/>
              </a:ext>
            </a:extLst>
          </p:cNvPr>
          <p:cNvSpPr txBox="1"/>
          <p:nvPr/>
        </p:nvSpPr>
        <p:spPr>
          <a:xfrm>
            <a:off x="907216" y="5912545"/>
            <a:ext cx="750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DBCD1DCA-8EAB-13CB-DB70-A07798D6BF42}"/>
              </a:ext>
            </a:extLst>
          </p:cNvPr>
          <p:cNvCxnSpPr>
            <a:cxnSpLocks/>
            <a:stCxn id="30" idx="6"/>
            <a:endCxn id="22" idx="1"/>
          </p:cNvCxnSpPr>
          <p:nvPr/>
        </p:nvCxnSpPr>
        <p:spPr>
          <a:xfrm flipV="1">
            <a:off x="1799783" y="5931872"/>
            <a:ext cx="223948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191F8ECD-EBD9-12F4-8DF5-C3C51E5EC5A8}"/>
              </a:ext>
            </a:extLst>
          </p:cNvPr>
          <p:cNvSpPr/>
          <p:nvPr/>
        </p:nvSpPr>
        <p:spPr>
          <a:xfrm>
            <a:off x="1639763" y="600874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04A97DD-EEEB-3FC5-CF06-1E9C2C6CB73C}"/>
              </a:ext>
            </a:extLst>
          </p:cNvPr>
          <p:cNvCxnSpPr>
            <a:cxnSpLocks/>
            <a:stCxn id="32" idx="6"/>
            <a:endCxn id="22" idx="1"/>
          </p:cNvCxnSpPr>
          <p:nvPr/>
        </p:nvCxnSpPr>
        <p:spPr>
          <a:xfrm flipV="1">
            <a:off x="1799783" y="5931872"/>
            <a:ext cx="223948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7A1D860B-04E0-BA3F-6E1D-B7F2CFCDA366}"/>
              </a:ext>
            </a:extLst>
          </p:cNvPr>
          <p:cNvSpPr/>
          <p:nvPr/>
        </p:nvSpPr>
        <p:spPr>
          <a:xfrm>
            <a:off x="1639763" y="627489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B4EC06A-984C-8BA6-851F-0D15062A7538}"/>
              </a:ext>
            </a:extLst>
          </p:cNvPr>
          <p:cNvSpPr txBox="1"/>
          <p:nvPr/>
        </p:nvSpPr>
        <p:spPr>
          <a:xfrm>
            <a:off x="1142219" y="6179403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4ED856E-D911-CCAB-E961-D588E4F2D1FC}"/>
              </a:ext>
            </a:extLst>
          </p:cNvPr>
          <p:cNvSpPr txBox="1"/>
          <p:nvPr/>
        </p:nvSpPr>
        <p:spPr>
          <a:xfrm>
            <a:off x="9356485" y="3448491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Mão-de-obra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A9DD7E-BCEA-924E-AA60-98901841063F}"/>
              </a:ext>
            </a:extLst>
          </p:cNvPr>
          <p:cNvSpPr txBox="1"/>
          <p:nvPr/>
        </p:nvSpPr>
        <p:spPr>
          <a:xfrm>
            <a:off x="11244781" y="3145232"/>
            <a:ext cx="9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numero</a:t>
            </a:r>
          </a:p>
        </p:txBody>
      </p: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BA16FED3-5AF1-D7AC-05C6-8D600396689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10788532" y="3386782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05671903-F57D-1306-AC22-2A2C331ED6CE}"/>
              </a:ext>
            </a:extLst>
          </p:cNvPr>
          <p:cNvSpPr/>
          <p:nvPr/>
        </p:nvSpPr>
        <p:spPr>
          <a:xfrm>
            <a:off x="11100117" y="3284080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CFBF1B4-B235-8617-93D1-019E4A46DF0D}"/>
              </a:ext>
            </a:extLst>
          </p:cNvPr>
          <p:cNvSpPr txBox="1"/>
          <p:nvPr/>
        </p:nvSpPr>
        <p:spPr>
          <a:xfrm>
            <a:off x="11266242" y="3392526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3F5F96A3-7E34-0811-5EB4-D8F190C3F9D4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0788532" y="3633157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ipse 52">
            <a:extLst>
              <a:ext uri="{FF2B5EF4-FFF2-40B4-BE49-F238E27FC236}">
                <a16:creationId xmlns:a16="http://schemas.microsoft.com/office/drawing/2014/main" id="{EEC5BC2B-E663-993B-D8B6-6A7213723C2E}"/>
              </a:ext>
            </a:extLst>
          </p:cNvPr>
          <p:cNvSpPr/>
          <p:nvPr/>
        </p:nvSpPr>
        <p:spPr>
          <a:xfrm>
            <a:off x="11094818" y="351139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02EABB87-843A-372E-FEB1-D35B57D3B36B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0788532" y="3633157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>
            <a:extLst>
              <a:ext uri="{FF2B5EF4-FFF2-40B4-BE49-F238E27FC236}">
                <a16:creationId xmlns:a16="http://schemas.microsoft.com/office/drawing/2014/main" id="{7931AA7A-2521-9A8C-4C41-11EB6FF29EC8}"/>
              </a:ext>
            </a:extLst>
          </p:cNvPr>
          <p:cNvSpPr/>
          <p:nvPr/>
        </p:nvSpPr>
        <p:spPr>
          <a:xfrm>
            <a:off x="11094818" y="3777542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7F80D61-A6EA-C797-04B9-A78A25CE7C12}"/>
              </a:ext>
            </a:extLst>
          </p:cNvPr>
          <p:cNvSpPr txBox="1"/>
          <p:nvPr/>
        </p:nvSpPr>
        <p:spPr>
          <a:xfrm>
            <a:off x="9701209" y="5606658"/>
            <a:ext cx="1078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Cliente</a:t>
            </a: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6DDD1426-9E36-B547-B59A-6E44CFAC5F57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10779869" y="5544949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ipse 76">
            <a:extLst>
              <a:ext uri="{FF2B5EF4-FFF2-40B4-BE49-F238E27FC236}">
                <a16:creationId xmlns:a16="http://schemas.microsoft.com/office/drawing/2014/main" id="{41734682-9ADF-C8FD-DD28-D9CB09CF2BF7}"/>
              </a:ext>
            </a:extLst>
          </p:cNvPr>
          <p:cNvSpPr/>
          <p:nvPr/>
        </p:nvSpPr>
        <p:spPr>
          <a:xfrm>
            <a:off x="11091454" y="544224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C02FFB46-8961-580C-6AC7-A049794EBF43}"/>
              </a:ext>
            </a:extLst>
          </p:cNvPr>
          <p:cNvSpPr txBox="1"/>
          <p:nvPr/>
        </p:nvSpPr>
        <p:spPr>
          <a:xfrm>
            <a:off x="11246175" y="5262226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id</a:t>
            </a:r>
          </a:p>
        </p:txBody>
      </p: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2BF45390-0AA3-52E5-D737-5272B8159E4F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>
            <a:extLst>
              <a:ext uri="{FF2B5EF4-FFF2-40B4-BE49-F238E27FC236}">
                <a16:creationId xmlns:a16="http://schemas.microsoft.com/office/drawing/2014/main" id="{BE61C77D-28A5-A892-AA36-3AD50E57E92E}"/>
              </a:ext>
            </a:extLst>
          </p:cNvPr>
          <p:cNvSpPr/>
          <p:nvPr/>
        </p:nvSpPr>
        <p:spPr>
          <a:xfrm>
            <a:off x="11086155" y="56695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227C07F6-27BE-3073-D3E5-21094C8B31DA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10779869" y="5791324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>
            <a:extLst>
              <a:ext uri="{FF2B5EF4-FFF2-40B4-BE49-F238E27FC236}">
                <a16:creationId xmlns:a16="http://schemas.microsoft.com/office/drawing/2014/main" id="{EBBE8C39-843F-63EE-F661-051B24333E42}"/>
              </a:ext>
            </a:extLst>
          </p:cNvPr>
          <p:cNvSpPr/>
          <p:nvPr/>
        </p:nvSpPr>
        <p:spPr>
          <a:xfrm>
            <a:off x="11086155" y="5935709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26C1CB4-FDEB-A391-6D3B-E192D006EEAC}"/>
              </a:ext>
            </a:extLst>
          </p:cNvPr>
          <p:cNvSpPr txBox="1"/>
          <p:nvPr/>
        </p:nvSpPr>
        <p:spPr>
          <a:xfrm>
            <a:off x="11287717" y="5559323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8213E53-BC77-4797-4295-F3D79E9014B8}"/>
              </a:ext>
            </a:extLst>
          </p:cNvPr>
          <p:cNvSpPr txBox="1"/>
          <p:nvPr/>
        </p:nvSpPr>
        <p:spPr>
          <a:xfrm>
            <a:off x="5667496" y="5986137"/>
            <a:ext cx="14320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Equipamento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5B04E3-38D6-4AFB-49DF-B87E375A3DBE}"/>
              </a:ext>
            </a:extLst>
          </p:cNvPr>
          <p:cNvSpPr txBox="1"/>
          <p:nvPr/>
        </p:nvSpPr>
        <p:spPr>
          <a:xfrm>
            <a:off x="11284784" y="5856420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end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7C5B1B-8253-E6E6-6815-787C547F0A49}"/>
              </a:ext>
            </a:extLst>
          </p:cNvPr>
          <p:cNvSpPr txBox="1"/>
          <p:nvPr/>
        </p:nvSpPr>
        <p:spPr>
          <a:xfrm>
            <a:off x="11284784" y="6160292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8D491E7-3FEB-2C85-8E48-024343C7D05C}"/>
              </a:ext>
            </a:extLst>
          </p:cNvPr>
          <p:cNvCxnSpPr>
            <a:cxnSpLocks/>
            <a:stCxn id="75" idx="3"/>
            <a:endCxn id="18" idx="1"/>
          </p:cNvCxnSpPr>
          <p:nvPr/>
        </p:nvCxnSpPr>
        <p:spPr>
          <a:xfrm>
            <a:off x="10779869" y="5791324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71EE79BF-2D2D-5F4D-93F9-EF3756E25564}"/>
              </a:ext>
            </a:extLst>
          </p:cNvPr>
          <p:cNvSpPr/>
          <p:nvPr/>
        </p:nvSpPr>
        <p:spPr>
          <a:xfrm>
            <a:off x="11124764" y="625143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149CF17C-14B2-0EB0-52DD-4EE06ECC1B1E}"/>
              </a:ext>
            </a:extLst>
          </p:cNvPr>
          <p:cNvCxnSpPr>
            <a:cxnSpLocks/>
          </p:cNvCxnSpPr>
          <p:nvPr/>
        </p:nvCxnSpPr>
        <p:spPr>
          <a:xfrm flipV="1">
            <a:off x="7099543" y="5889381"/>
            <a:ext cx="310418" cy="24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5F8EA892-6ECA-FE92-3351-48B990AFE303}"/>
              </a:ext>
            </a:extLst>
          </p:cNvPr>
          <p:cNvSpPr/>
          <p:nvPr/>
        </p:nvSpPr>
        <p:spPr>
          <a:xfrm>
            <a:off x="7411128" y="5786679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53D27FB-0444-71D1-9039-6835FA5160B7}"/>
              </a:ext>
            </a:extLst>
          </p:cNvPr>
          <p:cNvSpPr txBox="1"/>
          <p:nvPr/>
        </p:nvSpPr>
        <p:spPr>
          <a:xfrm>
            <a:off x="7565849" y="5606658"/>
            <a:ext cx="65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id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689A23FB-587E-6B9C-19B7-98F08CBB59B2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709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6F30BEF8-CA8B-748D-1A91-DD791A9E7BB9}"/>
              </a:ext>
            </a:extLst>
          </p:cNvPr>
          <p:cNvSpPr/>
          <p:nvPr/>
        </p:nvSpPr>
        <p:spPr>
          <a:xfrm>
            <a:off x="7405829" y="601399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59D79B56-EE35-A82C-C330-51482229519B}"/>
              </a:ext>
            </a:extLst>
          </p:cNvPr>
          <p:cNvCxnSpPr>
            <a:cxnSpLocks/>
          </p:cNvCxnSpPr>
          <p:nvPr/>
        </p:nvCxnSpPr>
        <p:spPr>
          <a:xfrm>
            <a:off x="7099543" y="6135756"/>
            <a:ext cx="467473" cy="22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3F95DDA3-2AFF-EAD4-2CF1-853EBCB8EE7E}"/>
              </a:ext>
            </a:extLst>
          </p:cNvPr>
          <p:cNvSpPr/>
          <p:nvPr/>
        </p:nvSpPr>
        <p:spPr>
          <a:xfrm>
            <a:off x="7405829" y="6280141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4569936-B459-0282-E2EC-A2A3E849C148}"/>
              </a:ext>
            </a:extLst>
          </p:cNvPr>
          <p:cNvSpPr txBox="1"/>
          <p:nvPr/>
        </p:nvSpPr>
        <p:spPr>
          <a:xfrm>
            <a:off x="7607391" y="5903755"/>
            <a:ext cx="77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marca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87F9CE7-7C0F-3537-6FB3-60A76E920D52}"/>
              </a:ext>
            </a:extLst>
          </p:cNvPr>
          <p:cNvSpPr txBox="1"/>
          <p:nvPr/>
        </p:nvSpPr>
        <p:spPr>
          <a:xfrm>
            <a:off x="7604458" y="6200852"/>
            <a:ext cx="1078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modelo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7D69C5D-F3CA-93D7-B082-AC7C82529077}"/>
              </a:ext>
            </a:extLst>
          </p:cNvPr>
          <p:cNvSpPr txBox="1"/>
          <p:nvPr/>
        </p:nvSpPr>
        <p:spPr>
          <a:xfrm>
            <a:off x="7604458" y="6504724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ns</a:t>
            </a:r>
            <a:endParaRPr lang="pt-BR" dirty="0"/>
          </a:p>
        </p:txBody>
      </p: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329A9E9E-CF1F-2BE9-BF70-74164550D709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7099543" y="6135756"/>
            <a:ext cx="368329" cy="482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7223CF2B-670F-3498-04BC-E85A364DFF12}"/>
              </a:ext>
            </a:extLst>
          </p:cNvPr>
          <p:cNvSpPr/>
          <p:nvPr/>
        </p:nvSpPr>
        <p:spPr>
          <a:xfrm>
            <a:off x="7444438" y="659586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4C1510-71E5-37E3-E7AE-9CBCFA415D4C}"/>
              </a:ext>
            </a:extLst>
          </p:cNvPr>
          <p:cNvSpPr txBox="1"/>
          <p:nvPr/>
        </p:nvSpPr>
        <p:spPr>
          <a:xfrm>
            <a:off x="11266242" y="3708152"/>
            <a:ext cx="84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valor</a:t>
            </a:r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E8CBE828-B693-37C0-F7A9-63FB6C06B331}"/>
              </a:ext>
            </a:extLst>
          </p:cNvPr>
          <p:cNvSpPr/>
          <p:nvPr/>
        </p:nvSpPr>
        <p:spPr>
          <a:xfrm>
            <a:off x="5656188" y="4866064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705F8EE6-62EA-DB1C-2B4D-1A120DB481A4}"/>
              </a:ext>
            </a:extLst>
          </p:cNvPr>
          <p:cNvCxnSpPr>
            <a:stCxn id="2" idx="0"/>
            <a:endCxn id="55" idx="2"/>
          </p:cNvCxnSpPr>
          <p:nvPr/>
        </p:nvCxnSpPr>
        <p:spPr>
          <a:xfrm flipV="1">
            <a:off x="6195518" y="4275830"/>
            <a:ext cx="51290" cy="590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6B485858-5527-BA3D-253A-969D8541E210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6195518" y="5498186"/>
            <a:ext cx="47254" cy="477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B2F74FF-5156-06AE-6104-5D2D668EE445}"/>
              </a:ext>
            </a:extLst>
          </p:cNvPr>
          <p:cNvSpPr txBox="1"/>
          <p:nvPr/>
        </p:nvSpPr>
        <p:spPr>
          <a:xfrm>
            <a:off x="5714216" y="4987362"/>
            <a:ext cx="10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conserta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549CF1C-3D1C-6009-5F19-F65813AECB55}"/>
              </a:ext>
            </a:extLst>
          </p:cNvPr>
          <p:cNvSpPr txBox="1"/>
          <p:nvPr/>
        </p:nvSpPr>
        <p:spPr>
          <a:xfrm>
            <a:off x="6265281" y="5659979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EE5CE33-3CD8-019E-0A1C-CE3046F88198}"/>
              </a:ext>
            </a:extLst>
          </p:cNvPr>
          <p:cNvSpPr txBox="1"/>
          <p:nvPr/>
        </p:nvSpPr>
        <p:spPr>
          <a:xfrm>
            <a:off x="5242443" y="3693891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65" name="Losango 64">
            <a:extLst>
              <a:ext uri="{FF2B5EF4-FFF2-40B4-BE49-F238E27FC236}">
                <a16:creationId xmlns:a16="http://schemas.microsoft.com/office/drawing/2014/main" id="{9EA9C2F8-1430-F167-E9FE-F06A73A01EFE}"/>
              </a:ext>
            </a:extLst>
          </p:cNvPr>
          <p:cNvSpPr/>
          <p:nvPr/>
        </p:nvSpPr>
        <p:spPr>
          <a:xfrm>
            <a:off x="8124279" y="5050730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94638B63-AC8F-9A0D-0D32-DA3957E64D39}"/>
              </a:ext>
            </a:extLst>
          </p:cNvPr>
          <p:cNvCxnSpPr>
            <a:cxnSpLocks/>
          </p:cNvCxnSpPr>
          <p:nvPr/>
        </p:nvCxnSpPr>
        <p:spPr>
          <a:xfrm flipH="1" flipV="1">
            <a:off x="6805238" y="4293742"/>
            <a:ext cx="1572894" cy="90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04C90B4-322E-3079-79ED-8C8E0E3DFF6C}"/>
              </a:ext>
            </a:extLst>
          </p:cNvPr>
          <p:cNvCxnSpPr>
            <a:cxnSpLocks/>
            <a:stCxn id="75" idx="1"/>
          </p:cNvCxnSpPr>
          <p:nvPr/>
        </p:nvCxnSpPr>
        <p:spPr>
          <a:xfrm flipH="1" flipV="1">
            <a:off x="8936562" y="5541360"/>
            <a:ext cx="764647" cy="249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389F00B-A5B4-7429-CD02-8D06F510317E}"/>
              </a:ext>
            </a:extLst>
          </p:cNvPr>
          <p:cNvSpPr txBox="1"/>
          <p:nvPr/>
        </p:nvSpPr>
        <p:spPr>
          <a:xfrm>
            <a:off x="8182307" y="5172028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composta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595188A2-AAC6-4563-FAE4-BCDAD26814A0}"/>
              </a:ext>
            </a:extLst>
          </p:cNvPr>
          <p:cNvSpPr txBox="1"/>
          <p:nvPr/>
        </p:nvSpPr>
        <p:spPr>
          <a:xfrm>
            <a:off x="6822099" y="4360185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53C3262E-4C0F-CA03-2282-4EFA6C2A178A}"/>
              </a:ext>
            </a:extLst>
          </p:cNvPr>
          <p:cNvSpPr txBox="1"/>
          <p:nvPr/>
        </p:nvSpPr>
        <p:spPr>
          <a:xfrm>
            <a:off x="9457634" y="5347561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4F7B3EA0-E32E-9C68-F469-4461957FA2C7}"/>
              </a:ext>
            </a:extLst>
          </p:cNvPr>
          <p:cNvSpPr/>
          <p:nvPr/>
        </p:nvSpPr>
        <p:spPr>
          <a:xfrm>
            <a:off x="3650980" y="3528649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FF388E5-0F49-C37D-B749-AA5230DDD079}"/>
              </a:ext>
            </a:extLst>
          </p:cNvPr>
          <p:cNvSpPr txBox="1"/>
          <p:nvPr/>
        </p:nvSpPr>
        <p:spPr>
          <a:xfrm>
            <a:off x="3839053" y="3613530"/>
            <a:ext cx="10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utiliza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9992FCF4-A3BF-CB32-4186-FF348E60047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866096" y="3627885"/>
            <a:ext cx="784884" cy="216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AAFAD0AF-B47A-CB45-9B86-9A0369D6F60E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4729640" y="3837961"/>
            <a:ext cx="977838" cy="253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13FC8749-368C-B279-141F-708429EA6325}"/>
              </a:ext>
            </a:extLst>
          </p:cNvPr>
          <p:cNvSpPr txBox="1"/>
          <p:nvPr/>
        </p:nvSpPr>
        <p:spPr>
          <a:xfrm>
            <a:off x="2797398" y="3335428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38" name="Losango 37">
            <a:extLst>
              <a:ext uri="{FF2B5EF4-FFF2-40B4-BE49-F238E27FC236}">
                <a16:creationId xmlns:a16="http://schemas.microsoft.com/office/drawing/2014/main" id="{6FC6AE24-BF1E-7447-268C-BFD265E82068}"/>
              </a:ext>
            </a:extLst>
          </p:cNvPr>
          <p:cNvSpPr/>
          <p:nvPr/>
        </p:nvSpPr>
        <p:spPr>
          <a:xfrm>
            <a:off x="7791136" y="3395285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DDA106A-4186-211B-270B-1D440BF839C8}"/>
              </a:ext>
            </a:extLst>
          </p:cNvPr>
          <p:cNvSpPr txBox="1"/>
          <p:nvPr/>
        </p:nvSpPr>
        <p:spPr>
          <a:xfrm>
            <a:off x="7942188" y="3502143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possui</a:t>
            </a:r>
          </a:p>
        </p:txBody>
      </p: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D9876B25-DC86-8959-4027-62391BEC6514}"/>
              </a:ext>
            </a:extLst>
          </p:cNvPr>
          <p:cNvCxnSpPr>
            <a:stCxn id="55" idx="3"/>
            <a:endCxn id="38" idx="1"/>
          </p:cNvCxnSpPr>
          <p:nvPr/>
        </p:nvCxnSpPr>
        <p:spPr>
          <a:xfrm flipV="1">
            <a:off x="6786138" y="3711346"/>
            <a:ext cx="1004998" cy="379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FECAE574-A580-5739-9D23-D3E35F04E9FF}"/>
              </a:ext>
            </a:extLst>
          </p:cNvPr>
          <p:cNvCxnSpPr>
            <a:endCxn id="34" idx="1"/>
          </p:cNvCxnSpPr>
          <p:nvPr/>
        </p:nvCxnSpPr>
        <p:spPr>
          <a:xfrm flipV="1">
            <a:off x="8869796" y="3633157"/>
            <a:ext cx="486689" cy="53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5073DF34-4C45-4B3F-B3BF-E2070AF008F5}"/>
              </a:ext>
            </a:extLst>
          </p:cNvPr>
          <p:cNvSpPr txBox="1"/>
          <p:nvPr/>
        </p:nvSpPr>
        <p:spPr>
          <a:xfrm>
            <a:off x="9008467" y="3284996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67BE0C3E-41AB-DA11-D547-B2963498CB28}"/>
              </a:ext>
            </a:extLst>
          </p:cNvPr>
          <p:cNvSpPr txBox="1"/>
          <p:nvPr/>
        </p:nvSpPr>
        <p:spPr>
          <a:xfrm>
            <a:off x="6739444" y="3720594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91" name="Losango 90">
            <a:extLst>
              <a:ext uri="{FF2B5EF4-FFF2-40B4-BE49-F238E27FC236}">
                <a16:creationId xmlns:a16="http://schemas.microsoft.com/office/drawing/2014/main" id="{E370C30C-9CB9-B2DA-B733-82F0ADC891E7}"/>
              </a:ext>
            </a:extLst>
          </p:cNvPr>
          <p:cNvSpPr/>
          <p:nvPr/>
        </p:nvSpPr>
        <p:spPr>
          <a:xfrm>
            <a:off x="3572083" y="4961237"/>
            <a:ext cx="1078660" cy="63212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66257966-549A-D174-7440-CE149A9483F3}"/>
              </a:ext>
            </a:extLst>
          </p:cNvPr>
          <p:cNvSpPr txBox="1"/>
          <p:nvPr/>
        </p:nvSpPr>
        <p:spPr>
          <a:xfrm>
            <a:off x="3703818" y="5099389"/>
            <a:ext cx="1150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possui</a:t>
            </a:r>
          </a:p>
        </p:txBody>
      </p: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E22D0AC7-5C35-FDDB-FFCD-FFBF0F87D5EE}"/>
              </a:ext>
            </a:extLst>
          </p:cNvPr>
          <p:cNvCxnSpPr>
            <a:cxnSpLocks/>
            <a:stCxn id="22" idx="3"/>
            <a:endCxn id="91" idx="1"/>
          </p:cNvCxnSpPr>
          <p:nvPr/>
        </p:nvCxnSpPr>
        <p:spPr>
          <a:xfrm flipV="1">
            <a:off x="3102391" y="5277298"/>
            <a:ext cx="469692" cy="654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56E8E120-1AE5-9E8F-0F29-FDAC3A0D4526}"/>
              </a:ext>
            </a:extLst>
          </p:cNvPr>
          <p:cNvSpPr txBox="1"/>
          <p:nvPr/>
        </p:nvSpPr>
        <p:spPr>
          <a:xfrm>
            <a:off x="5477804" y="4789535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101" name="Conector reto 100">
            <a:extLst>
              <a:ext uri="{FF2B5EF4-FFF2-40B4-BE49-F238E27FC236}">
                <a16:creationId xmlns:a16="http://schemas.microsoft.com/office/drawing/2014/main" id="{5D691444-17D5-65B6-6799-3A838D1C85AF}"/>
              </a:ext>
            </a:extLst>
          </p:cNvPr>
          <p:cNvCxnSpPr>
            <a:endCxn id="55" idx="1"/>
          </p:cNvCxnSpPr>
          <p:nvPr/>
        </p:nvCxnSpPr>
        <p:spPr>
          <a:xfrm flipV="1">
            <a:off x="4650743" y="4091164"/>
            <a:ext cx="1056735" cy="1171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81BFA961-1C60-2FDA-41AE-3CD782FA02C4}"/>
              </a:ext>
            </a:extLst>
          </p:cNvPr>
          <p:cNvSpPr txBox="1"/>
          <p:nvPr/>
        </p:nvSpPr>
        <p:spPr>
          <a:xfrm>
            <a:off x="3139549" y="5711588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6581EB0B-44DC-D8AC-683A-6B20CDF571B6}"/>
              </a:ext>
            </a:extLst>
          </p:cNvPr>
          <p:cNvSpPr txBox="1"/>
          <p:nvPr/>
        </p:nvSpPr>
        <p:spPr>
          <a:xfrm>
            <a:off x="5244295" y="4080884"/>
            <a:ext cx="3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6D0A8C5D-114D-19A0-E460-4BDDE33015E1}"/>
              </a:ext>
            </a:extLst>
          </p:cNvPr>
          <p:cNvCxnSpPr>
            <a:cxnSpLocks/>
            <a:stCxn id="105" idx="4"/>
          </p:cNvCxnSpPr>
          <p:nvPr/>
        </p:nvCxnSpPr>
        <p:spPr>
          <a:xfrm flipH="1">
            <a:off x="4171213" y="3244470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Elipse 104">
            <a:extLst>
              <a:ext uri="{FF2B5EF4-FFF2-40B4-BE49-F238E27FC236}">
                <a16:creationId xmlns:a16="http://schemas.microsoft.com/office/drawing/2014/main" id="{DD41E81B-BB24-1009-CB17-9BB1FD154771}"/>
              </a:ext>
            </a:extLst>
          </p:cNvPr>
          <p:cNvSpPr/>
          <p:nvPr/>
        </p:nvSpPr>
        <p:spPr>
          <a:xfrm>
            <a:off x="4171213" y="3090206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7CB75C62-6E26-7B03-5ED1-D82ECD79888D}"/>
              </a:ext>
            </a:extLst>
          </p:cNvPr>
          <p:cNvSpPr txBox="1"/>
          <p:nvPr/>
        </p:nvSpPr>
        <p:spPr>
          <a:xfrm>
            <a:off x="3944223" y="275944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qtde</a:t>
            </a:r>
            <a:endParaRPr lang="pt-BR" dirty="0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D26AB63F-3DA0-77B5-E848-5E7183AB40BA}"/>
              </a:ext>
            </a:extLst>
          </p:cNvPr>
          <p:cNvSpPr txBox="1"/>
          <p:nvPr/>
        </p:nvSpPr>
        <p:spPr>
          <a:xfrm>
            <a:off x="549576" y="221643"/>
            <a:ext cx="59709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Produto(</a:t>
            </a:r>
            <a:r>
              <a:rPr lang="pt-BR" sz="2400" u="sng" dirty="0" err="1"/>
              <a:t>cod_prod</a:t>
            </a:r>
            <a:r>
              <a:rPr lang="pt-BR" sz="2400" dirty="0"/>
              <a:t>, nome, valor)</a:t>
            </a:r>
          </a:p>
          <a:p>
            <a:r>
              <a:rPr lang="pt-BR" sz="2400" dirty="0" err="1"/>
              <a:t>Tecnico</a:t>
            </a:r>
            <a:r>
              <a:rPr lang="pt-BR" sz="2400" dirty="0"/>
              <a:t>(</a:t>
            </a:r>
            <a:r>
              <a:rPr lang="pt-BR" sz="2400" u="sng" dirty="0" err="1"/>
              <a:t>cod_tec</a:t>
            </a:r>
            <a:r>
              <a:rPr lang="pt-BR" sz="2400" dirty="0"/>
              <a:t>, nome, </a:t>
            </a:r>
            <a:r>
              <a:rPr lang="pt-BR" sz="2400" dirty="0" err="1"/>
              <a:t>tel</a:t>
            </a:r>
            <a:r>
              <a:rPr lang="pt-BR" sz="2400" dirty="0"/>
              <a:t>)</a:t>
            </a:r>
          </a:p>
          <a:p>
            <a:r>
              <a:rPr lang="pt-BR" sz="2400" dirty="0"/>
              <a:t>Equipamento(</a:t>
            </a:r>
            <a:r>
              <a:rPr lang="pt-BR" sz="2400" u="sng" dirty="0" err="1"/>
              <a:t>id_eq</a:t>
            </a:r>
            <a:r>
              <a:rPr lang="pt-BR" sz="2400" dirty="0"/>
              <a:t>, marca, modelo, </a:t>
            </a:r>
            <a:r>
              <a:rPr lang="pt-BR" sz="2400" dirty="0" err="1"/>
              <a:t>rs</a:t>
            </a:r>
            <a:r>
              <a:rPr lang="pt-BR" sz="2400" dirty="0"/>
              <a:t>)</a:t>
            </a:r>
          </a:p>
          <a:p>
            <a:r>
              <a:rPr lang="pt-BR" sz="2400" dirty="0" err="1"/>
              <a:t>MaoObra</a:t>
            </a:r>
            <a:r>
              <a:rPr lang="pt-BR" sz="2400" dirty="0"/>
              <a:t>(</a:t>
            </a:r>
            <a:r>
              <a:rPr lang="pt-BR" sz="2400" u="sng" dirty="0"/>
              <a:t>num</a:t>
            </a:r>
            <a:r>
              <a:rPr lang="pt-BR" sz="2400" dirty="0"/>
              <a:t>, nome, valor)</a:t>
            </a:r>
          </a:p>
          <a:p>
            <a:r>
              <a:rPr lang="pt-BR" sz="2400" dirty="0"/>
              <a:t>Cliente(</a:t>
            </a:r>
            <a:r>
              <a:rPr lang="pt-BR" sz="2400" u="sng" dirty="0" err="1"/>
              <a:t>id_cli</a:t>
            </a:r>
            <a:r>
              <a:rPr lang="pt-BR" sz="2400" dirty="0"/>
              <a:t>, nome, </a:t>
            </a:r>
            <a:r>
              <a:rPr lang="pt-BR" sz="2400" dirty="0" err="1"/>
              <a:t>end</a:t>
            </a:r>
            <a:r>
              <a:rPr lang="pt-BR" sz="2400" dirty="0"/>
              <a:t>, </a:t>
            </a:r>
            <a:r>
              <a:rPr lang="pt-BR" sz="2400" dirty="0" err="1"/>
              <a:t>tel</a:t>
            </a:r>
            <a:r>
              <a:rPr lang="pt-BR" sz="2400" dirty="0"/>
              <a:t>)</a:t>
            </a:r>
          </a:p>
          <a:p>
            <a:r>
              <a:rPr lang="pt-BR" sz="2400" dirty="0"/>
              <a:t>OS(</a:t>
            </a:r>
            <a:r>
              <a:rPr lang="pt-BR" sz="2400" u="sng" dirty="0" err="1"/>
              <a:t>num_OS</a:t>
            </a:r>
            <a:r>
              <a:rPr lang="pt-BR" sz="2400" dirty="0"/>
              <a:t>, data, </a:t>
            </a:r>
            <a:r>
              <a:rPr lang="pt-BR" sz="2400" dirty="0">
                <a:highlight>
                  <a:srgbClr val="FFFF00"/>
                </a:highlight>
              </a:rPr>
              <a:t>#cod_tec</a:t>
            </a:r>
            <a:r>
              <a:rPr lang="pt-BR" sz="2400" dirty="0"/>
              <a:t>, </a:t>
            </a:r>
            <a:r>
              <a:rPr lang="pt-BR" sz="2400" dirty="0">
                <a:highlight>
                  <a:srgbClr val="FFFF00"/>
                </a:highlight>
              </a:rPr>
              <a:t>#id_eq</a:t>
            </a:r>
            <a:r>
              <a:rPr lang="pt-BR" sz="2400" dirty="0"/>
              <a:t>, </a:t>
            </a:r>
            <a:r>
              <a:rPr lang="pt-BR" sz="2400" dirty="0">
                <a:highlight>
                  <a:srgbClr val="FFFF00"/>
                </a:highlight>
              </a:rPr>
              <a:t>#id_cli</a:t>
            </a:r>
            <a:r>
              <a:rPr lang="pt-BR" sz="2400" dirty="0"/>
              <a:t>)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B9380282-CA40-33D0-E935-02E6011CBFF9}"/>
              </a:ext>
            </a:extLst>
          </p:cNvPr>
          <p:cNvSpPr txBox="1"/>
          <p:nvPr/>
        </p:nvSpPr>
        <p:spPr>
          <a:xfrm>
            <a:off x="6575698" y="221643"/>
            <a:ext cx="4572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OS_Produto</a:t>
            </a:r>
            <a:r>
              <a:rPr lang="pt-BR" sz="2400" dirty="0"/>
              <a:t> (</a:t>
            </a:r>
            <a:r>
              <a:rPr lang="pt-BR" sz="2400" u="sng" dirty="0" err="1"/>
              <a:t>cod_prod</a:t>
            </a:r>
            <a:r>
              <a:rPr lang="pt-BR" sz="2400" dirty="0"/>
              <a:t>, </a:t>
            </a:r>
            <a:r>
              <a:rPr lang="pt-BR" sz="2400" u="sng" dirty="0" err="1"/>
              <a:t>num_OS</a:t>
            </a:r>
            <a:r>
              <a:rPr lang="pt-BR" sz="2400" dirty="0"/>
              <a:t>)</a:t>
            </a:r>
          </a:p>
          <a:p>
            <a:r>
              <a:rPr lang="pt-BR" sz="2400" dirty="0" err="1"/>
              <a:t>OS_MaoObra</a:t>
            </a:r>
            <a:r>
              <a:rPr lang="pt-BR" sz="2400" dirty="0"/>
              <a:t>(</a:t>
            </a:r>
            <a:r>
              <a:rPr lang="pt-BR" sz="2400" u="sng" dirty="0" err="1"/>
              <a:t>num_OS</a:t>
            </a:r>
            <a:r>
              <a:rPr lang="pt-BR" sz="2400" dirty="0"/>
              <a:t>, </a:t>
            </a:r>
            <a:r>
              <a:rPr lang="pt-BR" sz="2400" u="sng" dirty="0"/>
              <a:t>num</a:t>
            </a:r>
            <a:r>
              <a:rPr lang="pt-B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928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aixaDeTexto 73">
            <a:extLst>
              <a:ext uri="{FF2B5EF4-FFF2-40B4-BE49-F238E27FC236}">
                <a16:creationId xmlns:a16="http://schemas.microsoft.com/office/drawing/2014/main" id="{D26AB63F-3DA0-77B5-E848-5E7183AB40BA}"/>
              </a:ext>
            </a:extLst>
          </p:cNvPr>
          <p:cNvSpPr txBox="1"/>
          <p:nvPr/>
        </p:nvSpPr>
        <p:spPr>
          <a:xfrm>
            <a:off x="549576" y="221643"/>
            <a:ext cx="59709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Produto(</a:t>
            </a:r>
            <a:r>
              <a:rPr lang="pt-BR" sz="2400" u="sng" dirty="0" err="1"/>
              <a:t>cod_prod</a:t>
            </a:r>
            <a:r>
              <a:rPr lang="pt-BR" sz="2400" dirty="0"/>
              <a:t>, nome, valor)</a:t>
            </a:r>
          </a:p>
          <a:p>
            <a:r>
              <a:rPr lang="pt-BR" sz="2400" dirty="0" err="1"/>
              <a:t>Tecnico</a:t>
            </a:r>
            <a:r>
              <a:rPr lang="pt-BR" sz="2400" dirty="0"/>
              <a:t>(</a:t>
            </a:r>
            <a:r>
              <a:rPr lang="pt-BR" sz="2400" u="sng" dirty="0" err="1"/>
              <a:t>cod_tec</a:t>
            </a:r>
            <a:r>
              <a:rPr lang="pt-BR" sz="2400" dirty="0"/>
              <a:t>, nome, </a:t>
            </a:r>
            <a:r>
              <a:rPr lang="pt-BR" sz="2400" dirty="0" err="1"/>
              <a:t>tel</a:t>
            </a:r>
            <a:r>
              <a:rPr lang="pt-BR" sz="2400" dirty="0"/>
              <a:t>)</a:t>
            </a:r>
          </a:p>
          <a:p>
            <a:r>
              <a:rPr lang="pt-BR" sz="2400" dirty="0"/>
              <a:t>Equipamento(</a:t>
            </a:r>
            <a:r>
              <a:rPr lang="pt-BR" sz="2400" u="sng" dirty="0" err="1"/>
              <a:t>id_eq</a:t>
            </a:r>
            <a:r>
              <a:rPr lang="pt-BR" sz="2400" dirty="0"/>
              <a:t>, marca, modelo, </a:t>
            </a:r>
            <a:r>
              <a:rPr lang="pt-BR" sz="2400" dirty="0" err="1"/>
              <a:t>rs</a:t>
            </a:r>
            <a:r>
              <a:rPr lang="pt-BR" sz="2400" dirty="0"/>
              <a:t>)</a:t>
            </a:r>
          </a:p>
          <a:p>
            <a:r>
              <a:rPr lang="pt-BR" sz="2400" dirty="0" err="1"/>
              <a:t>MaoObra</a:t>
            </a:r>
            <a:r>
              <a:rPr lang="pt-BR" sz="2400" dirty="0"/>
              <a:t>(</a:t>
            </a:r>
            <a:r>
              <a:rPr lang="pt-BR" sz="2400" u="sng" dirty="0"/>
              <a:t>num</a:t>
            </a:r>
            <a:r>
              <a:rPr lang="pt-BR" sz="2400" dirty="0"/>
              <a:t>, nome, valor)</a:t>
            </a:r>
          </a:p>
          <a:p>
            <a:r>
              <a:rPr lang="pt-BR" sz="2400" dirty="0"/>
              <a:t>Cliente(</a:t>
            </a:r>
            <a:r>
              <a:rPr lang="pt-BR" sz="2400" u="sng" dirty="0" err="1"/>
              <a:t>id_cli</a:t>
            </a:r>
            <a:r>
              <a:rPr lang="pt-BR" sz="2400" dirty="0"/>
              <a:t>, nome, </a:t>
            </a:r>
            <a:r>
              <a:rPr lang="pt-BR" sz="2400" dirty="0" err="1"/>
              <a:t>end</a:t>
            </a:r>
            <a:r>
              <a:rPr lang="pt-BR" sz="2400" dirty="0"/>
              <a:t>, </a:t>
            </a:r>
            <a:r>
              <a:rPr lang="pt-BR" sz="2400" dirty="0" err="1"/>
              <a:t>tel</a:t>
            </a:r>
            <a:r>
              <a:rPr lang="pt-BR" sz="2400" dirty="0"/>
              <a:t>)</a:t>
            </a:r>
          </a:p>
          <a:p>
            <a:r>
              <a:rPr lang="pt-BR" sz="2400" dirty="0"/>
              <a:t>OS(</a:t>
            </a:r>
            <a:r>
              <a:rPr lang="pt-BR" sz="2400" u="sng" dirty="0" err="1"/>
              <a:t>num_OS</a:t>
            </a:r>
            <a:r>
              <a:rPr lang="pt-BR" sz="2400" dirty="0"/>
              <a:t>, data, #cod_tec, #id_eq, #id_cli)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EB26A492-36FE-3018-17B1-2E49EE424E63}"/>
              </a:ext>
            </a:extLst>
          </p:cNvPr>
          <p:cNvSpPr txBox="1"/>
          <p:nvPr/>
        </p:nvSpPr>
        <p:spPr>
          <a:xfrm>
            <a:off x="1074656" y="3553905"/>
            <a:ext cx="5279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1) Quantas técnicos  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139D844A-8010-2CD3-0F48-EE06A663A055}"/>
              </a:ext>
            </a:extLst>
          </p:cNvPr>
          <p:cNvSpPr txBox="1"/>
          <p:nvPr/>
        </p:nvSpPr>
        <p:spPr>
          <a:xfrm>
            <a:off x="6575698" y="221643"/>
            <a:ext cx="4572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OS_Produto</a:t>
            </a:r>
            <a:r>
              <a:rPr lang="pt-BR" sz="2400" dirty="0"/>
              <a:t> (</a:t>
            </a:r>
            <a:r>
              <a:rPr lang="pt-BR" sz="2400" u="sng" dirty="0" err="1"/>
              <a:t>cod_prod</a:t>
            </a:r>
            <a:r>
              <a:rPr lang="pt-BR" sz="2400" dirty="0"/>
              <a:t>, </a:t>
            </a:r>
            <a:r>
              <a:rPr lang="pt-BR" sz="2400" u="sng" dirty="0" err="1"/>
              <a:t>num_OS</a:t>
            </a:r>
            <a:r>
              <a:rPr lang="pt-BR" sz="2400" dirty="0"/>
              <a:t>)</a:t>
            </a:r>
          </a:p>
          <a:p>
            <a:r>
              <a:rPr lang="pt-BR" sz="2400" dirty="0" err="1"/>
              <a:t>OS_MaoObra</a:t>
            </a:r>
            <a:r>
              <a:rPr lang="pt-BR" sz="2400" dirty="0"/>
              <a:t>(</a:t>
            </a:r>
            <a:r>
              <a:rPr lang="pt-BR" sz="2400" u="sng" dirty="0" err="1"/>
              <a:t>num_OS</a:t>
            </a:r>
            <a:r>
              <a:rPr lang="pt-BR" sz="2400" dirty="0"/>
              <a:t>, </a:t>
            </a:r>
            <a:r>
              <a:rPr lang="pt-BR" sz="2400" u="sng" dirty="0"/>
              <a:t>num</a:t>
            </a:r>
            <a:r>
              <a:rPr lang="pt-B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46114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1400</Words>
  <Application>Microsoft Office PowerPoint</Application>
  <PresentationFormat>Widescreen</PresentationFormat>
  <Paragraphs>296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Glauco Pedrosa</dc:creator>
  <cp:lastModifiedBy>Glauco Pedrosa</cp:lastModifiedBy>
  <cp:revision>53</cp:revision>
  <dcterms:created xsi:type="dcterms:W3CDTF">2024-04-02T17:38:05Z</dcterms:created>
  <dcterms:modified xsi:type="dcterms:W3CDTF">2024-04-08T14:53:34Z</dcterms:modified>
</cp:coreProperties>
</file>